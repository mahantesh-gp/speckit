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0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4572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40"/>
                </a:solidFill>
              </a:defRPr>
            </a:pPr>
            <a:r>
              <a:t>GREENFIELD  |  Starting SDD in a new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0972800" cy="39319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05E6C"/>
                </a:solidFill>
              </a:defRPr>
            </a:pPr>
            <a:r>
              <a:t>Recommended team playbook — grounded in our .NET 8 + React + SQL Server Todo 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343400"/>
          </a:xfrm>
          <a:prstGeom prst="round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36776"/>
            <a:ext cx="512064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E64AA"/>
                </a:solidFill>
              </a:defRPr>
            </a:pPr>
            <a:r>
              <a:t>HOW A TEAM STARTS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066543"/>
            <a:ext cx="384048" cy="384048"/>
          </a:xfrm>
          <a:prstGeom prst="roundRect">
            <a:avLst/>
          </a:prstGeom>
          <a:solidFill>
            <a:srgbClr val="00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089403"/>
            <a:ext cx="228600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029967"/>
            <a:ext cx="4553712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540"/>
                </a:solidFill>
              </a:defRPr>
            </a:pPr>
            <a:r>
              <a:t>Select one bounded ADO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313432"/>
            <a:ext cx="4553712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BA/PO confirms intent and acceptance criteria.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79776"/>
            <a:ext cx="384048" cy="384048"/>
          </a:xfrm>
          <a:prstGeom prst="roundRect">
            <a:avLst/>
          </a:prstGeom>
          <a:solidFill>
            <a:srgbClr val="00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802636"/>
            <a:ext cx="228600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743200"/>
            <a:ext cx="4553712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540"/>
                </a:solidFill>
              </a:defRPr>
            </a:pPr>
            <a:r>
              <a:t>Initialize Spec Kit + draft constitution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026664"/>
            <a:ext cx="4553712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Agree stack, architecture, testing rules; tech lead reviews.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493008"/>
            <a:ext cx="384048" cy="384048"/>
          </a:xfrm>
          <a:prstGeom prst="roundRect">
            <a:avLst/>
          </a:prstGeom>
          <a:solidFill>
            <a:srgbClr val="00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515868"/>
            <a:ext cx="228600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456432"/>
            <a:ext cx="4553712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540"/>
                </a:solidFill>
              </a:defRPr>
            </a:pPr>
            <a:r>
              <a:t>Specify → Clarify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739896"/>
            <a:ext cx="4553712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Resolve edge cases and ambiguous behavior with the owner.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206240"/>
            <a:ext cx="384048" cy="384048"/>
          </a:xfrm>
          <a:prstGeom prst="roundRect">
            <a:avLst/>
          </a:prstGeom>
          <a:solidFill>
            <a:srgbClr val="00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229100"/>
            <a:ext cx="228600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169663"/>
            <a:ext cx="4553712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540"/>
                </a:solidFill>
              </a:defRPr>
            </a:pPr>
            <a:r>
              <a:t>Plan → Tasks → 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453127"/>
            <a:ext cx="4553712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Review design, dependencies, test tasks and contradictions.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4919472"/>
            <a:ext cx="384048" cy="384048"/>
          </a:xfrm>
          <a:prstGeom prst="roundRect">
            <a:avLst/>
          </a:prstGeom>
          <a:solidFill>
            <a:srgbClr val="00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942332"/>
            <a:ext cx="228600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882896"/>
            <a:ext cx="4553712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540"/>
                </a:solidFill>
              </a:defRPr>
            </a:pPr>
            <a:r>
              <a:t>Implement → Test → 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5166360"/>
            <a:ext cx="4553712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Review AI-generated code; use normal CI, QA and Scrum gates.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1463040"/>
            <a:ext cx="5596128" cy="4343400"/>
          </a:xfrm>
          <a:prstGeom prst="round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636776"/>
            <a:ext cx="50292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E64AA"/>
                </a:solidFill>
              </a:defRPr>
            </a:pPr>
            <a:r>
              <a:t>CHALLENGE  →  OUR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2075688"/>
            <a:ext cx="5047488" cy="28346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540"/>
                </a:solidFill>
              </a:defRPr>
            </a:pPr>
            <a:r>
              <a:t>Vague requirements / AI assumptions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2386584"/>
            <a:ext cx="5047488" cy="48463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Use clarify questions and owner decisions before coding.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2935224"/>
            <a:ext cx="5047488" cy="28346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540"/>
                </a:solidFill>
              </a:defRPr>
            </a:pPr>
            <a:r>
              <a:t>Too much documentation for small changes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246120"/>
            <a:ext cx="5047488" cy="48463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Pilot bounded stories; use proportionate planning and reviews.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3794760"/>
            <a:ext cx="5047488" cy="28346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540"/>
                </a:solidFill>
              </a:defRPr>
            </a:pPr>
            <a:r>
              <a:t>Specs drifting from ADO or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4105656"/>
            <a:ext cx="5047488" cy="48463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Link ADO story ↔ Git specs ↔ PR; reconcile approved changes.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6" y="4654296"/>
            <a:ext cx="5047488" cy="28346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540"/>
                </a:solidFill>
              </a:defRPr>
            </a:pPr>
            <a:r>
              <a:t>Unverified productivity claims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4965192"/>
            <a:ext cx="5047488" cy="48463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Capture effort, rework, defects and tooling overhead in pilot.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971032"/>
            <a:ext cx="10972800" cy="28346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08487"/>
                </a:solidFill>
              </a:defRPr>
            </a:pPr>
            <a:r>
              <a:t>WHAT WE HAVE: Todo CRUD + enhancement experiments • Spec Kit lifecycle experience • Greenfield developer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355080"/>
            <a:ext cx="10972800" cy="2468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05E6C"/>
                </a:solidFill>
              </a:defRPr>
            </a:pPr>
            <a:r>
              <a:t>Adoption recommendation: begin with one selected story; guidance is working practice, not approved enterprise policy.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00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064240" cy="4572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2540"/>
                </a:solidFill>
              </a:defRPr>
            </a:pPr>
            <a:r>
              <a:t>BROWNFIELD  |  Introducing SDD into an existing enterprise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0972800" cy="39319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05E6C"/>
                </a:solidFill>
              </a:defRPr>
            </a:pPr>
            <a:r>
              <a:t>Discovery-first team playbook — informed by Adaptive Workflow / DocNav reference work and Todo change experiments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343400"/>
          </a:xfrm>
          <a:prstGeom prst="round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36776"/>
            <a:ext cx="512064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E64AA"/>
                </a:solidFill>
              </a:defRPr>
            </a:pPr>
            <a:r>
              <a:t>HOW A TEAM STARTS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066543"/>
            <a:ext cx="384048" cy="384048"/>
          </a:xfrm>
          <a:prstGeom prst="roundRect">
            <a:avLst/>
          </a:prstGeom>
          <a:solidFill>
            <a:srgbClr val="00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089403"/>
            <a:ext cx="228600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029967"/>
            <a:ext cx="4553712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540"/>
                </a:solidFill>
              </a:defRPr>
            </a:pPr>
            <a:r>
              <a:t>Choose a small change + repo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313432"/>
            <a:ext cx="4553712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Confirm ADO scope, affected projects and owning team.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79776"/>
            <a:ext cx="384048" cy="384048"/>
          </a:xfrm>
          <a:prstGeom prst="roundRect">
            <a:avLst/>
          </a:prstGeom>
          <a:solidFill>
            <a:srgbClr val="00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802636"/>
            <a:ext cx="228600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743200"/>
            <a:ext cx="4553712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540"/>
                </a:solidFill>
              </a:defRPr>
            </a:pPr>
            <a:r>
              <a:t>Read-only discovery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026664"/>
            <a:ext cx="4553712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Trace entry points, contracts, dependencies and baseline tests.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493008"/>
            <a:ext cx="384048" cy="384048"/>
          </a:xfrm>
          <a:prstGeom prst="roundRect">
            <a:avLst/>
          </a:prstGeom>
          <a:solidFill>
            <a:srgbClr val="00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515868"/>
            <a:ext cx="228600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456432"/>
            <a:ext cx="4553712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540"/>
                </a:solidFill>
              </a:defRPr>
            </a:pPr>
            <a:r>
              <a:t>Draft / validate constitution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739896"/>
            <a:ext cx="4553712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Reflect actual architecture; do not invent legacy rules.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206240"/>
            <a:ext cx="384048" cy="384048"/>
          </a:xfrm>
          <a:prstGeom prst="roundRect">
            <a:avLst/>
          </a:prstGeom>
          <a:solidFill>
            <a:srgbClr val="00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229100"/>
            <a:ext cx="228600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169663"/>
            <a:ext cx="4553712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540"/>
                </a:solidFill>
              </a:defRPr>
            </a:pPr>
            <a:r>
              <a:t>Specify → Clarify → Plan → 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453127"/>
            <a:ext cx="4553712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Check impact on existing features, interfaces and tests.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4919472"/>
            <a:ext cx="384048" cy="384048"/>
          </a:xfrm>
          <a:prstGeom prst="roundRect">
            <a:avLst/>
          </a:prstGeom>
          <a:solidFill>
            <a:srgbClr val="00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942332"/>
            <a:ext cx="228600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882896"/>
            <a:ext cx="4553712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540"/>
                </a:solidFill>
              </a:defRPr>
            </a:pPr>
            <a:r>
              <a:t>Implement only after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5166360"/>
            <a:ext cx="4553712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Run regression, code review, CI and required approvals.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1463040"/>
            <a:ext cx="5596128" cy="4343400"/>
          </a:xfrm>
          <a:prstGeom prst="round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636776"/>
            <a:ext cx="5029200" cy="32004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E64AA"/>
                </a:solidFill>
              </a:defRPr>
            </a:pPr>
            <a:r>
              <a:t>CHALLENGE  →  OUR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2075688"/>
            <a:ext cx="5047488" cy="28346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540"/>
                </a:solidFill>
              </a:defRPr>
            </a:pPr>
            <a:r>
              <a:t>Large multi-project repos / context limits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2386584"/>
            <a:ext cx="5047488" cy="48463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Scoped discovery, code navigation, context notes; optional filtered Repomix.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2935224"/>
            <a:ext cx="5047488" cy="28346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540"/>
                </a:solidFill>
              </a:defRPr>
            </a:pPr>
            <a:r>
              <a:t>Unknown dependencies / breaking changes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246120"/>
            <a:ext cx="5047488" cy="48463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Map callers, APIs, shared models; risk-based regression checklist.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3794760"/>
            <a:ext cx="5047488" cy="28346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540"/>
                </a:solidFill>
              </a:defRPr>
            </a:pPr>
            <a:r>
              <a:t>Changing already-specified behavior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4105656"/>
            <a:ext cx="5047488" cy="48463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Use living-spec revision, addendum or separate change spec with traceability.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6" y="4654296"/>
            <a:ext cx="5047488" cy="28346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540"/>
                </a:solidFill>
              </a:defRPr>
            </a:pPr>
            <a:r>
              <a:t>Tools and governance uncertainty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4965192"/>
            <a:ext cx="5047488" cy="48463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05E6C"/>
                </a:solidFill>
              </a:defRPr>
            </a:pPr>
            <a:r>
              <a:t>Community extensions only after vetting; human approvals remain mandatory.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971032"/>
            <a:ext cx="10972800" cy="28346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08487"/>
                </a:solidFill>
              </a:defRPr>
            </a:pPr>
            <a:r>
              <a:t>WHAT WE HAVE: Adaptive Workflow / DocNav placeholder/reference activity • Brownfield guide • spec-evolution &amp; dependency examples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355080"/>
            <a:ext cx="10972800" cy="2468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05E6C"/>
                </a:solidFill>
              </a:defRPr>
            </a:pPr>
            <a:r>
              <a:t>Boundary: DocNav production integration and enterprise-wide gains are NOT validated; test approach with selected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