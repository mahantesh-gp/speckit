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61288"/>
          </a:xfrm>
          <a:prstGeom prst="rect">
            <a:avLst/>
          </a:prstGeom>
          <a:solidFill>
            <a:srgbClr val="0C2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61288"/>
          </a:xfrm>
          <a:prstGeom prst="rect">
            <a:avLst/>
          </a:prstGeom>
          <a:solidFill>
            <a:srgbClr val="87C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51792" y="0"/>
            <a:ext cx="137160" cy="1161288"/>
          </a:xfrm>
          <a:prstGeom prst="rect">
            <a:avLst/>
          </a:prstGeom>
          <a:solidFill>
            <a:srgbClr val="87C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256032"/>
            <a:ext cx="10607040" cy="41148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Evidence — Clarify a Retry Decision Before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58952"/>
            <a:ext cx="10789920" cy="27432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300" b="0">
                <a:solidFill>
                  <a:srgbClr val="E1EEF6"/>
                </a:solidFill>
              </a:defRPr>
            </a:pPr>
            <a:r>
              <a:t>Title Automation / Adaptive Workflow • DocNav single-PDF submission • Spec Kit /clarify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11064240" cy="50292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900" b="1">
                <a:solidFill>
                  <a:srgbClr val="0C2F53"/>
                </a:solidFill>
              </a:defRPr>
            </a:pPr>
            <a:r>
              <a:t>A real design ambiguity surfaced during Spec Kit clarification — before the technical plan was finalized.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1064240" cy="102412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10561320" cy="246888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200" b="1">
                <a:solidFill>
                  <a:srgbClr val="1F6989"/>
                </a:solidFill>
              </a:defRPr>
            </a:pPr>
            <a:r>
              <a:t>THE QUESTION RAISED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0515600" cy="475488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700" b="1">
                <a:solidFill>
                  <a:srgbClr val="0C2F53"/>
                </a:solidFill>
              </a:defRPr>
            </a:pPr>
            <a:r>
              <a:t>If the orchestrator retries with the same idempotency key, should we reuse the earlier DocNav result or submit a new job?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46704"/>
            <a:ext cx="5349240" cy="1463040"/>
          </a:xfrm>
          <a:prstGeom prst="roundRect">
            <a:avLst/>
          </a:prstGeom>
          <a:solidFill>
            <a:srgbClr val="EC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346704"/>
            <a:ext cx="5440680" cy="1463040"/>
          </a:xfrm>
          <a:prstGeom prst="roundRect">
            <a:avLst/>
          </a:prstGeom>
          <a:solidFill>
            <a:srgbClr val="F7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4754880" cy="32004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400" b="1">
                <a:solidFill>
                  <a:srgbClr val="1F6989"/>
                </a:solidFill>
              </a:defRPr>
            </a:pPr>
            <a:r>
              <a:t>OPTION A  •  Recommended by /clarify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95344"/>
            <a:ext cx="4846320" cy="804672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500" b="0">
                <a:solidFill>
                  <a:srgbClr val="0C2F53"/>
                </a:solidFill>
              </a:defRPr>
            </a:pPr>
            <a:r>
              <a:t>Submit a new DocNav job each time. Duplicate prevention remains with the orchestrator / caller.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02152"/>
            <a:ext cx="4800600" cy="32004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400" b="1">
                <a:solidFill>
                  <a:srgbClr val="1F6989"/>
                </a:solidFill>
              </a:defRPr>
            </a:pPr>
            <a:r>
              <a:t>OPTION B  •  Requires additional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895344"/>
            <a:ext cx="4800600" cy="804672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500" b="0">
                <a:solidFill>
                  <a:srgbClr val="0C2F53"/>
                </a:solidFill>
              </a:defRPr>
            </a:pPr>
            <a:r>
              <a:t>Check prior submissions by idempotency key and reuse a saved result; requires persistent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47488"/>
            <a:ext cx="11064240" cy="731520"/>
          </a:xfrm>
          <a:prstGeom prst="roundRect">
            <a:avLst/>
          </a:prstGeom>
          <a:solidFill>
            <a:srgbClr val="EB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75504"/>
            <a:ext cx="10561320" cy="512064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400" b="0">
                <a:solidFill>
                  <a:srgbClr val="0C2F53"/>
                </a:solidFill>
              </a:defRPr>
            </a:pPr>
            <a:r>
              <a:t>Why it matters: DocNav does not provide built-in deduplication; retries could create duplicate jobs. The decision affects state ownership and scope.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80176"/>
            <a:ext cx="11064240" cy="493776"/>
          </a:xfrm>
          <a:prstGeom prst="roundRect">
            <a:avLst/>
          </a:prstGeom>
          <a:solidFill>
            <a:srgbClr val="0C2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071616"/>
            <a:ext cx="10561320" cy="274320"/>
          </a:xfrm>
          <a:prstGeom prst="rect">
            <a:avLst/>
          </a:prstGeom>
          <a:noFill/>
        </p:spPr>
        <p:txBody>
          <a:bodyPr wrap="square" lIns="36576" tIns="22860" rIns="36576" bIns="9144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Manager takeaway: Spec Kit exposed a consequential design choice early; the responsible team still owns the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