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111556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064240" cy="43891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FFFFFF"/>
                </a:solidFill>
              </a:defRPr>
            </a:pPr>
            <a:r>
              <a:t>Helping Your Team Get Started with SDD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D9E9F4"/>
                </a:solidFill>
              </a:defRPr>
            </a:pPr>
            <a:r>
              <a:t>EA enablement resources — practical guidance and recorded walkthroughs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972800" cy="530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E2A52"/>
                </a:solidFill>
              </a:defRPr>
            </a:pPr>
            <a:r>
              <a:t>Teams can start with resources we have already prepared — supported by the EA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121408"/>
            <a:ext cx="3685032" cy="2862072"/>
          </a:xfrm>
          <a:prstGeom prst="roundRect">
            <a:avLst/>
          </a:prstGeom>
          <a:solidFill>
            <a:srgbClr val="FFFFFF"/>
          </a:solidFill>
          <a:ln>
            <a:solidFill>
              <a:srgbClr val="DA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2121408"/>
            <a:ext cx="68580" cy="286207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22576"/>
            <a:ext cx="502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C497E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79776"/>
            <a:ext cx="333756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E2A52"/>
                </a:solidFill>
              </a:defRPr>
            </a:pPr>
            <a:r>
              <a:t>SDD / Spec Kit Usage Guidelines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01568"/>
            <a:ext cx="3310128" cy="7498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53546"/>
                </a:solidFill>
              </a:defRPr>
            </a:pPr>
            <a:r>
              <a:t>Step-by-step reference for setup, commands and applying SDD in project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70832"/>
            <a:ext cx="3337560" cy="393192"/>
          </a:xfrm>
          <a:prstGeom prst="roundRect">
            <a:avLst/>
          </a:prstGeom>
          <a:solidFill>
            <a:srgbClr val="F4F8FB"/>
          </a:solidFill>
          <a:ln>
            <a:solidFill>
              <a:srgbClr val="DA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434840"/>
            <a:ext cx="3136392" cy="25603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C497E"/>
                </a:solidFill>
              </a:defRPr>
            </a:pPr>
            <a:r>
              <a:t>[Insert guidelines link]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2121408"/>
            <a:ext cx="3685032" cy="2862072"/>
          </a:xfrm>
          <a:prstGeom prst="roundRect">
            <a:avLst/>
          </a:prstGeom>
          <a:solidFill>
            <a:srgbClr val="FFFFFF"/>
          </a:solidFill>
          <a:ln>
            <a:solidFill>
              <a:srgbClr val="DA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2121408"/>
            <a:ext cx="68580" cy="2862072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322576"/>
            <a:ext cx="502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C497E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779776"/>
            <a:ext cx="333756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E2A52"/>
                </a:solidFill>
              </a:defRPr>
            </a:pPr>
            <a:r>
              <a:t>SDD Walkthrough &amp; Demo Recording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401568"/>
            <a:ext cx="3310128" cy="7498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53546"/>
                </a:solidFill>
              </a:defRPr>
            </a:pPr>
            <a:r>
              <a:t>Recorded introductory session explaining the approach and how to get started.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370832"/>
            <a:ext cx="3337560" cy="393192"/>
          </a:xfrm>
          <a:prstGeom prst="roundRect">
            <a:avLst/>
          </a:prstGeom>
          <a:solidFill>
            <a:srgbClr val="F4F8FB"/>
          </a:solidFill>
          <a:ln>
            <a:solidFill>
              <a:srgbClr val="DA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434840"/>
            <a:ext cx="3136392" cy="25603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C497E"/>
                </a:solidFill>
              </a:defRPr>
            </a:pPr>
            <a:r>
              <a:t>[Insert walkthrough video link]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85048" y="2121408"/>
            <a:ext cx="3685032" cy="2862072"/>
          </a:xfrm>
          <a:prstGeom prst="roundRect">
            <a:avLst/>
          </a:prstGeom>
          <a:solidFill>
            <a:srgbClr val="FFFFFF"/>
          </a:solidFill>
          <a:ln>
            <a:solidFill>
              <a:srgbClr val="DA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5048" y="2121408"/>
            <a:ext cx="68580" cy="286207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2322576"/>
            <a:ext cx="502920" cy="34747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C497E"/>
                </a:solidFill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2779776"/>
            <a:ext cx="333756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E2A52"/>
                </a:solidFill>
              </a:defRPr>
            </a:pPr>
            <a:r>
              <a:t>Real Project Walkthrough Recording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3401568"/>
            <a:ext cx="3310128" cy="7498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53546"/>
                </a:solidFill>
              </a:defRPr>
            </a:pPr>
            <a:r>
              <a:t>Recorded demonstration of Spec Kit applied to actual project implementation.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370832"/>
            <a:ext cx="3337560" cy="393192"/>
          </a:xfrm>
          <a:prstGeom prst="roundRect">
            <a:avLst/>
          </a:prstGeom>
          <a:solidFill>
            <a:srgbClr val="F4F8FB"/>
          </a:solidFill>
          <a:ln>
            <a:solidFill>
              <a:srgbClr val="DA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8" y="4434840"/>
            <a:ext cx="3136392" cy="25603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C497E"/>
                </a:solidFill>
              </a:defRPr>
            </a:pPr>
            <a:r>
              <a:t>[Insert real-project demo video link]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5285232"/>
            <a:ext cx="10972800" cy="832104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31536"/>
            <a:ext cx="10424160" cy="53035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</a:defRPr>
            </a:pPr>
            <a:r>
              <a:t>Next step: EA will conduct team sessions, share our experience, answer questions and help select a suitable pilot story.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65392"/>
            <a:ext cx="1005840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C497E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65392"/>
            <a:ext cx="36576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C497E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