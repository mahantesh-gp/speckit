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Bijesh, I’m not going to walk through Spec Kit commands here. I want to answer the manager question: if an existing Scrum team starts using SDD, what changes, what stays the same, and how do we know they are using it with enough discipline?</a:t>
            </a:r>
          </a:p>
          <a:p/>
          <a:p>
            <a:r>
              <a:t>We first learned the lifecycle on the Todo pilot. We then applied the approach on the Adaptive Workflow / DocNav brownfield work. That real project is where the important adoption questions became visible. The goal of this session is to turn those learnings into a repeatable manager guideline.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thing I would want a manager to understand. We are not proposing a separate SDD process or a separate SDD sprint.</a:t>
            </a:r>
          </a:p>
          <a:p/>
          <a:p>
            <a:r>
              <a:t>The existing ADO story, refinement, sprint planning, development, QA, review and PR remain. SDD adds structured reasoning mainly in two places: during refinement, where ambiguity can be surfaced before commitment; and during development, where the reviewed intent is translated into plan/tasks and checked against implementation.</a:t>
            </a:r>
          </a:p>
          <a:p/>
          <a:p>
            <a:r>
              <a:t>Also, it should be selective. The Todo pilot showed that some stories benefit from the additional structure and some small changes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Todo pilot gave us confidence in the basic lifecycle, but it was intentionally simple. The brownfield feature gave us the more useful evidence.</a:t>
            </a:r>
          </a:p>
          <a:p/>
          <a:p>
            <a:r>
              <a:t>Before feature work, the existing project had to be understood: architecture, contracts, activity model and repository boundary. We then used the Spec Kit lifecycle on the DocNav job-submission feature without redesigning the orchestrator.</a:t>
            </a:r>
          </a:p>
          <a:p/>
          <a:p>
            <a:r>
              <a:t>The implementation reached the actual SubmitDocNavJob path and the real DocNav DEV boundary. We encountered genuine configuration, authentication and API-integration issues. The build was clean and final convergence had no remaining findings. More importantly, the exercise exposed adoption questions that a toy project does not expose.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questions I would expect from another project team, because we have already seen them in practice.</a:t>
            </a:r>
          </a:p>
          <a:p/>
          <a:p>
            <a:r>
              <a:t>For example: repository-level setup versus per-project setup; one Constitution versus multiple; what governance actually means; what to do when Analyze finds something; whether a testing defect should change the Constitution; and why a mandatory rule can block implementation.</a:t>
            </a:r>
          </a:p>
          <a:p/>
          <a:p>
            <a:r>
              <a:t>The guideline should make one distinction very clear: Constitution is for durable, reusable engineering guardrails. A feature-specific gap or a one-off bug should normally stay with the feature. If Analyze exposes a recurring architectural or engineering principle, that is when we consider promoting it into project guidance/Constitution through the agreed governance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 were the manager, this is what I would want us to standardize before broader rollout.</a:t>
            </a:r>
          </a:p>
          <a:p/>
          <a:p>
            <a:r>
              <a:t>First, a project baseline: repository boundary, project understanding, durable guardrails and ownership. Second, feature discipline: start the feature lifecycle when a real requirement arrives and use SDD selectively. Third, checkpoints: managers should not review every prompt; they should look for readiness, unresolved decisions, alignment and normal delivery evidence. Fourth, a feedback loop so recurring lessons improve the guideline without turning every bug into a rule.</a:t>
            </a:r>
          </a:p>
          <a:p/>
          <a:p>
            <a:r>
              <a:t>My recommendation is to use the brownfield experience and the real questions from the project team to finalize this guideline, validate it with managers first, and then use a separate technical session for command-level execution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2057400" cy="420624"/>
          </a:xfrm>
          <a:prstGeom prst="roundRect">
            <a:avLst/>
          </a:prstGeom>
          <a:solidFill>
            <a:srgbClr val="2E6CDC"/>
          </a:solidFill>
          <a:ln w="12700">
            <a:solidFill>
              <a:srgbClr val="2E6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MANAGER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How Should We Adopt Spec Kit</a:t>
            </a:r>
            <a:br/>
            <a:r>
              <a:t>in Existing Projects?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004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8EC"/>
                </a:solidFill>
                <a:latin typeface="Aptos"/>
              </a:rPr>
              <a:t>What we learned from the Todo pilot + real brownfield validation — and what managers need to standardize.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3383280" cy="1417320"/>
          </a:xfrm>
          <a:prstGeom prst="roundRect">
            <a:avLst/>
          </a:prstGeom>
          <a:solidFill>
            <a:srgbClr val="213958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88620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1  Fit inside Scrum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251959"/>
            <a:ext cx="2871215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Keep ADO, refinement, sprint planning, QA and PR. Add SDD only where it improves clarity and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3703320"/>
            <a:ext cx="3383280" cy="1417320"/>
          </a:xfrm>
          <a:prstGeom prst="roundRect">
            <a:avLst/>
          </a:prstGeom>
          <a:solidFill>
            <a:srgbClr val="213958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86200"/>
            <a:ext cx="2926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2  Validate on real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51959"/>
            <a:ext cx="2871215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Todo established the model; Adaptive Workflow + DocNav exposed real brownfield constraints and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3703320"/>
            <a:ext cx="3383280" cy="1417320"/>
          </a:xfrm>
          <a:prstGeom prst="roundRect">
            <a:avLst/>
          </a:prstGeom>
          <a:solidFill>
            <a:srgbClr val="213958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388620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3  Create repeatable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4251959"/>
            <a:ext cx="28712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Managers need confidence in setup, guardrails, checkpoints, ownership and feedback — not command knowledge.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790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Manager question: “How do I know the team is following the right discipline?”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741"/>
                </a:solidFill>
                <a:latin typeface="Aptos"/>
              </a:rPr>
              <a:t>Start from the process managers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82"/>
                </a:solidFill>
                <a:latin typeface="Aptos"/>
              </a:rPr>
              <a:t>SDD should strengthen selected points in the existing Scrum / ADO lifecycle — not create another delivery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96596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939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1"/>
                </a:solidFill>
                <a:latin typeface="Aptos"/>
              </a:rPr>
              <a:t>ADO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207568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1874519"/>
            <a:ext cx="1965960" cy="749808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26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0939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8F68"/>
                </a:solidFill>
                <a:latin typeface="Aptos"/>
              </a:rPr>
              <a:t>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1768" y="207568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4104" y="1874519"/>
            <a:ext cx="214884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4104" y="209397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1"/>
                </a:solidFill>
                <a:latin typeface="Aptos"/>
              </a:rPr>
              <a:t>Sprint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9" y="207568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874519"/>
            <a:ext cx="1965960" cy="749808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26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20939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8F68"/>
                </a:solidFill>
                <a:latin typeface="Aptos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4392" y="2075688"/>
            <a:ext cx="310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96728" y="1874519"/>
            <a:ext cx="196596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728" y="209397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1"/>
                </a:solidFill>
                <a:latin typeface="Aptos"/>
              </a:rPr>
              <a:t>QA / Review /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8F68"/>
                </a:solidFill>
                <a:latin typeface="Aptos"/>
              </a:rPr>
              <a:t>Where SDD helps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364992"/>
            <a:ext cx="5166360" cy="1417320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54787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Before sprint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6542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Use structured specification/clarification to surface missing behavior, edge cases and material questions. Business decisions still go to BA/PO and ADO remains authoritative.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64992"/>
            <a:ext cx="5166360" cy="1417320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54787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During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913632"/>
            <a:ext cx="46542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Use the agreed intent to plan, break down work, analyze consistency, implement and converge — while keeping normal branch, test, review and PR practices.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852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2741"/>
                </a:solidFill>
                <a:latin typeface="Aptos"/>
              </a:rPr>
              <a:t>Selective adoption: a simple/localized change can stay on the normal path; SDD is not mandatory for every 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9788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Scrum stays  •  ADO stays  •  BA/PO/QA roles stay  •  Git/PR stays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60720"/>
            <a:ext cx="10881360" cy="594360"/>
          </a:xfrm>
          <a:prstGeom prst="roundRect">
            <a:avLst/>
          </a:prstGeom>
          <a:solidFill>
            <a:srgbClr val="142741"/>
          </a:solidFill>
          <a:ln w="12700"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92531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Scrum stays  •  ADO stays  •  BA/PO/QA roles stay  •  Git/PR stays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741"/>
                </a:solidFill>
                <a:latin typeface="Aptos"/>
              </a:rPr>
              <a:t>What changed when we moved from Todo to a real brownfield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82"/>
                </a:solidFill>
                <a:latin typeface="Aptos"/>
              </a:rPr>
              <a:t>Real feature: submit a PDF from the existing Adaptive Workflow Engine to DocNav DEV.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417320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Project</a:t>
            </a:r>
            <a:br/>
            <a: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9384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691640"/>
            <a:ext cx="1417320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8470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Constitution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417320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470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Specify /</a:t>
            </a:r>
            <a:br/>
            <a:r>
              <a:t>Clarify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691640"/>
            <a:ext cx="1417320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8470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Plan /</a:t>
            </a:r>
            <a:br/>
            <a:r>
              <a:t>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3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9" y="1691640"/>
            <a:ext cx="1261872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184708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5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1691640"/>
            <a:ext cx="1261872" cy="73152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B4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184708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741"/>
                </a:solidFill>
                <a:latin typeface="Aptos"/>
              </a:rPr>
              <a:t>Implement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7" y="1883664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6CD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41863" y="1691640"/>
            <a:ext cx="1261872" cy="731520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26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41863" y="1847088"/>
            <a:ext cx="1261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8F68"/>
                </a:solidFill>
                <a:latin typeface="Aptos"/>
              </a:rPr>
              <a:t>Converge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88920"/>
            <a:ext cx="3493008" cy="193852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971800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Brownfield context mattered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37560"/>
            <a:ext cx="29809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• Existing orchestrator/contracts had to be respected</a:t>
            </a:r>
            <a:br/>
            <a:r>
              <a:t>• Project/repository context had to be understood first</a:t>
            </a:r>
            <a:br/>
            <a:r>
              <a:t>• No orchestrator redesign was needed for the feature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788920"/>
            <a:ext cx="3493008" cy="193852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971800"/>
            <a:ext cx="3035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Real execution mattered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3337560"/>
            <a:ext cx="29809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• Workflow reached SubmitDocNavJob</a:t>
            </a:r>
            <a:br/>
            <a:r>
              <a:t>• Real Blob → DocNav path exposed configuration/auth/API issues</a:t>
            </a:r>
            <a:br/>
            <a:r>
              <a:t>• Build completed with 0 errors / 0 warnings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788920"/>
            <a:ext cx="3493008" cy="1938528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3" y="2971800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The important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3" y="3337560"/>
            <a:ext cx="29809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The difficult part was not running commands. It was deciding what belongs in project guardrails, what belongs to the feature, and how findings should be handled.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2303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2741"/>
                </a:solidFill>
                <a:latin typeface="Aptos"/>
              </a:rPr>
              <a:t>This is the evidence the Todo-only pilot could not give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741"/>
                </a:solidFill>
                <a:latin typeface="Aptos"/>
              </a:rPr>
              <a:t>The questions a project team will actually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82"/>
                </a:solidFill>
                <a:latin typeface="Aptos"/>
              </a:rPr>
              <a:t>These are the questions the manager guideline must answer before wider adoption.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773936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3794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55648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Repository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Do we install/setup Spec Kit once for the repository, or separately for every project inside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572768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59" y="1773936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83794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55648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Constitution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21408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Should there be one Constitution or many? What belongs in it, and who owns changes?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07792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" y="3108960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1729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90672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Analyze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56432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If Analyze exposes a gap, do we change the feature artifacts, code, or promote a reusable rule into the Constitution?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907792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108960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1729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90672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Testing 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56432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Does every bug found during unit/integration testing become a governance rule?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42816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4443983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07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25696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Approvals /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91455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Why can implementation be blocked, who approves an exception, and how does the team know it is a deliberate guardrail?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242816"/>
            <a:ext cx="5376672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59" y="4443983"/>
            <a:ext cx="502920" cy="502920"/>
          </a:xfrm>
          <a:prstGeom prst="roundRect">
            <a:avLst/>
          </a:prstGeom>
          <a:solidFill>
            <a:srgbClr val="2E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507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425696"/>
            <a:ext cx="4370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Manager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91455"/>
            <a:ext cx="431596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What should a manager review to know the process was followed without reading prompts, logs or every generated file?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65099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8F68"/>
                </a:solidFill>
                <a:latin typeface="Aptos"/>
              </a:rPr>
              <a:t>Key distinction: recurring engineering principle → project guidance / Constitution; one-off feature decision or defect → keep it with the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741"/>
                </a:solidFill>
                <a:latin typeface="Aptos"/>
              </a:rPr>
              <a:t>What I would standardize before asking teams to adopt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C82"/>
                </a:solidFill>
                <a:latin typeface="Aptos"/>
              </a:rPr>
              <a:t>Manager outcome: a lightweight operating guideline that creates confidence without turning SDD into bureaucracy.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349240" cy="132588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1  Project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483717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Initialize at the repository/workspace boundary. Understand the brownfield project first. Maintain durable project guardrails and clear ownership.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72768"/>
            <a:ext cx="5349240" cy="1325880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7556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2  Feature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2121408"/>
            <a:ext cx="483717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Start feature-level SDD only when a real requirement arrives. Use it selectively and keep business authority in ADO / BA / 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27248"/>
            <a:ext cx="5349240" cy="1325880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3  Checkpoints, not new meetings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7"/>
            <a:ext cx="483717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Managers look for readiness, unresolved decisions, technical alignment and normal PR/review evidence — not command-by-command supervision.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127248"/>
            <a:ext cx="5349240" cy="1325880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331012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741"/>
                </a:solidFill>
                <a:latin typeface="Aptos"/>
              </a:rPr>
              <a:t>4 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675887"/>
            <a:ext cx="4837175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82A41"/>
                </a:solidFill>
                <a:latin typeface="Aptos"/>
              </a:rPr>
              <a:t>Capture recurring questions and successful patterns. Amend guidance only when the learning is reusable; avoid turning every issue into a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46320"/>
            <a:ext cx="10881360" cy="1024128"/>
          </a:xfrm>
          <a:prstGeom prst="roundRect">
            <a:avLst/>
          </a:prstGeom>
          <a:solidFill>
            <a:srgbClr val="142741"/>
          </a:solidFill>
          <a:ln w="12700"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0474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4956048"/>
            <a:ext cx="8915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the real brownfield experience + team questions to finalize the manager guideline, validate it with managers first, then expand to technical-team guidance.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0533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2741"/>
                </a:solidFill>
                <a:latin typeface="Aptos"/>
              </a:rPr>
              <a:t>The goal is not “everyone must use Spec Kit.”  The goal is a repeatable, governed way to use SDD where it adds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 Kit SDD – Manager Meeting</dc:title>
  <dc:subject>Manager-focused brownfield adoption guidance</dc:subject>
  <dc:creator>Mahantesh Pujar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