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Spec-Driven Development: From Trials to Team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What it means, what we tried, and how teams can apply it in existing delivery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65960"/>
            <a:ext cx="5303520" cy="2011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65960"/>
            <a:ext cx="64008" cy="201168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93976"/>
            <a:ext cx="48920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What is SDD?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624328"/>
            <a:ext cx="4873752" cy="12984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Clarify the expected behavior, plan the change, implement it and review the result against the agreed intent.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965960"/>
            <a:ext cx="5303520" cy="2011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965960"/>
            <a:ext cx="64008" cy="201168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093976"/>
            <a:ext cx="48920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Why this session?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624328"/>
            <a:ext cx="4873752" cy="12984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Give managers a practical understanding of SDD and how to help their teams begin using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SDD supports the way teams deliver software; it does not replace Scrum, ADO or engineering judgment.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Our SDD Journey: Parallel Explorations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BMAD and Spec Kit were evaluated in parallel, building practical experience with SDD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20240"/>
            <a:ext cx="2743200" cy="19202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20240"/>
            <a:ext cx="64008" cy="19202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48256"/>
            <a:ext cx="233172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Starting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78608"/>
            <a:ext cx="2313432" cy="12070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AI-assisted coding and developer productivity.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1920240"/>
            <a:ext cx="3886200" cy="19202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1920240"/>
            <a:ext cx="64008" cy="19202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8" y="2048256"/>
            <a:ext cx="347472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BMAD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2578608"/>
            <a:ext cx="3456432" cy="12070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Claims / CPS Docs rewrite: BMAD evaluated for existing-code work; Satish reported a positive result. BMAD is also used in Title Automation.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920240"/>
            <a:ext cx="3794760" cy="19202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1920240"/>
            <a:ext cx="64008" cy="19202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2048256"/>
            <a:ext cx="338328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Spec Kit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578608"/>
            <a:ext cx="3364992" cy="12070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Todo sample: Spec Kit lifecycle on new code. Title Automation: DocNav feature using Spec Kit within existing workflow code.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096512"/>
            <a:ext cx="10789920" cy="1353312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096512"/>
            <a:ext cx="64008" cy="135331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224528"/>
            <a:ext cx="103784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What we share with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54880"/>
            <a:ext cx="10360152" cy="6400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Practical guidelines, project examples and learnings to help teams choose and use SDD appropriately.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Parallel learning, not a sequence in which one framework replaced the other.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SDD Validation: New and Existing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Greenfield and brownfield experiences tested different aspects of SDD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65960"/>
            <a:ext cx="5303520" cy="34747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65960"/>
            <a:ext cx="64008" cy="347472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93976"/>
            <a:ext cx="48920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Greenfield — Todo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624328"/>
            <a:ext cx="4873752" cy="276148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Built a sample application using Spec Kit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Completed the SDD lifecycle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Learned how specification, planning and implementation fit together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965960"/>
            <a:ext cx="5303520" cy="34747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965960"/>
            <a:ext cx="64008" cy="347472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093976"/>
            <a:ext cx="48920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Brownfield — DocNav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624328"/>
            <a:ext cx="4873752" cy="276148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Extended existing Adaptive Workflow code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Integrated with DocNav document submission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Followed established contracts, architecture and dependencies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New work validates the lifecycle; existing code tests how SDD handles real constraints.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Title Automation: The DocNav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Business project context and the specific work implemented using Spec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38528"/>
            <a:ext cx="3456432" cy="32461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38528"/>
            <a:ext cx="64008" cy="324612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66544"/>
            <a:ext cx="3044951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Title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96896"/>
            <a:ext cx="3026663" cy="253288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Broader project context. BMAD is also being used for work within this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7952" y="1938528"/>
            <a:ext cx="3456432" cy="32461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87952" y="1938528"/>
            <a:ext cx="64008" cy="324612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66544"/>
            <a:ext cx="3044951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Adaptive Workflow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596896"/>
            <a:ext cx="3026663" cy="253288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Existing configurable workflow execution framework with established interfaces and activities.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81544" y="1938528"/>
            <a:ext cx="3602736" cy="32461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81544" y="1938528"/>
            <a:ext cx="64008" cy="324612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2066544"/>
            <a:ext cx="3191256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Our DocNav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2596896"/>
            <a:ext cx="3172968" cy="253288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Added an activity to retrieve a PDF, submit it to DocNav, and handle the response and failures.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Our feature was brownfield work within existing code; the overall project need not be classified that 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We Already Have Scrum. Where Does SDD Fit?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SDD adds clarity and engineering checks at selected points in the existing 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03120"/>
            <a:ext cx="1993392" cy="749808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322576"/>
            <a:ext cx="1792224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ADO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286000"/>
            <a:ext cx="18288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82CA1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9776" y="2103120"/>
            <a:ext cx="1993392" cy="749808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9504" y="2322576"/>
            <a:ext cx="1792224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Refinement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286000"/>
            <a:ext cx="18288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82CA1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65192" y="2103120"/>
            <a:ext cx="1993392" cy="749808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322576"/>
            <a:ext cx="1792224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Sprint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286000"/>
            <a:ext cx="18288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82CA1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0608" y="2103120"/>
            <a:ext cx="1993392" cy="749808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322576"/>
            <a:ext cx="1792224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286000"/>
            <a:ext cx="18288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82CA1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6024" y="2103120"/>
            <a:ext cx="1993392" cy="749808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45752" y="2322576"/>
            <a:ext cx="1792224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Test / Review / PR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1640" y="3337560"/>
            <a:ext cx="4096512" cy="160020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91640" y="3337560"/>
            <a:ext cx="64008" cy="16002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92808" y="3465576"/>
            <a:ext cx="368503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At refinement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92808" y="3995928"/>
            <a:ext cx="3666744" cy="8869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Clarify expected behavior, assumptions and important edge cases.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3337560"/>
            <a:ext cx="4251960" cy="160020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3337560"/>
            <a:ext cx="64008" cy="16002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3465576"/>
            <a:ext cx="384048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During 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3995928"/>
            <a:ext cx="3822192" cy="8869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Plan, check consistency, implement and validate against the specification.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No separate SDD sprint • ADO remains • Use the right level of SDD for the 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What the Commitment Typing Team Asked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Actual questions that emerged as the team started using Spec Kit hands-on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01952"/>
            <a:ext cx="3502152" cy="170078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01952"/>
            <a:ext cx="64008" cy="1700784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Repository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60320"/>
            <a:ext cx="3072384" cy="9875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Do we initialize Spec Kit separately for each project in a multi-project repository?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901952"/>
            <a:ext cx="3502152" cy="170078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901952"/>
            <a:ext cx="64008" cy="1700784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Constitution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560320"/>
            <a:ext cx="3072384" cy="9875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Should we maintain one Constitution or multiple Constitutions?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901952"/>
            <a:ext cx="3502152" cy="170078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901952"/>
            <a:ext cx="64008" cy="1700784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Analyze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2560320"/>
            <a:ext cx="3072384" cy="9875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If Analyze identifies a gap, should we update the Constitution?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49039"/>
            <a:ext cx="3502152" cy="170078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749039"/>
            <a:ext cx="64008" cy="1700784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877055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Testing defects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407407"/>
            <a:ext cx="3072384" cy="9875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If unit/integration tests find bugs, should they go into the Constitution?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749039"/>
            <a:ext cx="3502152" cy="170078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749039"/>
            <a:ext cx="64008" cy="1700784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3877055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407407"/>
            <a:ext cx="3072384" cy="9875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What does the Governance section of the Constitution mean?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3749039"/>
            <a:ext cx="3502152" cy="170078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3749039"/>
            <a:ext cx="64008" cy="1700784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8" y="3877055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Blocked implementation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0728" y="4407407"/>
            <a:ext cx="3072384" cy="9875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Why is implementation blocked by Constitution rules, and who approves?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Hands-on usage → real questions → reusable adoption guidelines.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What We Learned from Those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Practical guidance should distinguish reusable project rules from individual feature issues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47672"/>
            <a:ext cx="5303520" cy="3456432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47672"/>
            <a:ext cx="64008" cy="3456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75688"/>
            <a:ext cx="48920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Reusable project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606039"/>
            <a:ext cx="4873752" cy="2743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Decide the repo/workspace boundary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Explain Constitution scope and ownership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Use Analyze to surface important conflicts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Keep durable engineering rules in the Constitution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947672"/>
            <a:ext cx="5303520" cy="3456432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947672"/>
            <a:ext cx="64008" cy="3456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075688"/>
            <a:ext cx="48920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Normal feature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606039"/>
            <a:ext cx="4873752" cy="2743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Keep feature-specific gaps with the feature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Fix and retest defects normally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Resolve material conflicts with human owners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Explain blocked checks before treating them as 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A Constitution is not a place to record every bug or every feature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Before Adoption: Help the Team Get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Preparation and shared understanding should come before asking teams to implement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0195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0195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01  Read the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6032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Understand the SDD lifecycle and purpose.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90195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90195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02  Explore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56032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Review the Todo sample and available project examples.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90195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90195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03  Discuss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256032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Capture the team’s own questions on setup, rules and analysis.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7647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77647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904487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04  Understand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43484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Review the existing code, interfaces and project constraints.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77647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77647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3904487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05  Choose suitable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43484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Select a bounded story where structured clarification helps.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Start with understanding and a suitable example—not a list of commands.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How a Team Can Apply SDD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Use the existing Scrum/ADO process and add structure where it helps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0195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0195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1  Choose a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6032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Agree scope and business intent.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90195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90195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2  Specify + clarify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56032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Resolve important ambiguity and edge cases.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90195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90195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3  Plan +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256032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Check the approach against existing code and project rules.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7647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77647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904487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4  Implement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43484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Build within existing code and contracts.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77647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77647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3904487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5  Review +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43484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Review against the spec; test thoroughly.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377647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377647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8" y="3904487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6  Capture 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0728" y="443484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Update reusable guidance where needed.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Review the code against the agreed specification; then test it thoroughly.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What Do Developers and Managers Gain?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Separate what the team delivers from what managers can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38528"/>
            <a:ext cx="5303520" cy="3493008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38528"/>
            <a:ext cx="64008" cy="3493008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66544"/>
            <a:ext cx="48920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Development team —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96896"/>
            <a:ext cx="4873752" cy="27797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Agreed requirements and expected behavior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A plan for the selected change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AI assistance where useful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Code reviewed against the specification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Tests completed; defects fixed and retested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938528"/>
            <a:ext cx="5303520" cy="3493008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938528"/>
            <a:ext cx="64008" cy="3493008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066544"/>
            <a:ext cx="48920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Managers — visibility and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596896"/>
            <a:ext cx="4873752" cy="27797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What was agreed before development?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What changed, and why?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Does the code match the agreed behavior?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What was reviewed and tested?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Who owns unresolved decisions?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Potential speed from AI still depends on thorough review and testing; no quantified benefit is claimed.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What Managers Can Review — and What Still Needs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Use normal project review questions; distinguish developer, QA and manager needs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38528"/>
            <a:ext cx="5303520" cy="3493008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38528"/>
            <a:ext cx="64008" cy="3493008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66544"/>
            <a:ext cx="48920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Questions managers can ask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96896"/>
            <a:ext cx="4873752" cy="27797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Is the agreed behavior clear?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Does the code match what was agreed?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Were important gaps or exceptions resolved?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What testing and review were completed?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938528"/>
            <a:ext cx="5303520" cy="3493008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938528"/>
            <a:ext cx="64008" cy="3493008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066544"/>
            <a:ext cx="489204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Questions needing further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596896"/>
            <a:ext cx="4873752" cy="27797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Manager: how to assess team adoption?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QA: how do tests trace to the specification?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Project: who approves rules and exceptions?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Team: what guidance needs refinement?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The real questions collected so far are mainly developer questions; QA and manager FAQs are not yet complete.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From Experiments to Reusable Guidelines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Share real experience and improve the approach as more teams begin using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75104"/>
            <a:ext cx="3456432" cy="3154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75104"/>
            <a:ext cx="64008" cy="315468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103120"/>
            <a:ext cx="3044951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What we tried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633472"/>
            <a:ext cx="3026663" cy="24414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BMAD on Claims/CPS Docs; Spec Kit on Todo and a DocNav feature; BMAD also used in Title Automation.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7952" y="1975104"/>
            <a:ext cx="3456432" cy="3154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87952" y="1975104"/>
            <a:ext cx="64008" cy="315468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103120"/>
            <a:ext cx="3044951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33472"/>
            <a:ext cx="3026663" cy="24414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Lifecycle fit, constraints of existing code, and questions from real hands-on adoption.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81544" y="1975104"/>
            <a:ext cx="3602736" cy="3154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81544" y="1975104"/>
            <a:ext cx="64008" cy="315468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2103120"/>
            <a:ext cx="3191256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What we can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2633472"/>
            <a:ext cx="3172968" cy="24414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Guidelines, sample work and real questions; improve these with manager and QA feedback.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Next: refine guidance using real team experience before expanding adoption.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