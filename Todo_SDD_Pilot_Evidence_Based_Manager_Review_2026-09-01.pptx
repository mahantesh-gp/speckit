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Spec Kit SDD — Todo Pilot</a:t>
            </a:r>
          </a:p>
          <a:p>
            <a:pPr>
              <a:defRPr sz="2100">
                <a:solidFill>
                  <a:srgbClr val="FFFFFF"/>
                </a:solidFill>
                <a:latin typeface="Aptos"/>
              </a:defRPr>
            </a:pPr>
            <a:r>
              <a:t>From refinement to sprint delivery: what we executed and what we observed</a:t>
            </a:r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Pilot review • September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343400"/>
            <a:ext cx="10469880" cy="914400"/>
          </a:xfrm>
          <a:prstGeom prst="roundRect">
            <a:avLst/>
          </a:prstGeom>
          <a:solidFill>
            <a:srgbClr val="1F3B5B"/>
          </a:solidFill>
          <a:ln>
            <a:solidFill>
              <a:srgbClr val="64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Focus: the actual journey and evidence — not a Spec Kit command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1. What did we want to validate?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789920" cy="105156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300" b="1">
                <a:solidFill>
                  <a:srgbClr val="23272C"/>
                </a:solidFill>
                <a:latin typeface="Aptos"/>
              </a:defRPr>
            </a:pPr>
            <a:r>
              <a:t>How does SDD fit into a normal ADO + Scrum flow, and when is the additional structure useful?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  <a:latin typeface="Aptos"/>
              </a:defRPr>
            </a:pPr>
            <a:r>
              <a:t>Todo was deliberately small so the complete lifecycle could be simulated quickly.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  <a:latin typeface="Aptos"/>
              </a:defRPr>
            </a:pPr>
            <a:r>
              <a:t>ADO remained the source for user stories, acceptance criteria, sprint and status.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  <a:latin typeface="Aptos"/>
              </a:defRPr>
            </a:pPr>
            <a:r>
              <a:t>The experiment was designed to include both an SDD-assisted path and a normal-development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5440680"/>
            <a:ext cx="9144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Pilot question: “What changes when we use SDD — and where does it become unnecessary ceremony?”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2. We simulated a realistic sprint — not an “SDD sprint”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A sprint can contain stories that benefit from SDD and stories that do not</a:t>
            </a:r>
          </a:p>
        </p:txBody>
      </p:sp>
      <p:pic>
        <p:nvPicPr>
          <p:cNvPr id="4" name="Picture 3" descr="_crop_image-1787737533764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864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5074920"/>
            <a:ext cx="2057400" cy="347472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ACTUAL ADO BACKLOG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57800" cy="914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Medium / meaningful story</a:t>
            </a:r>
            <a:br/>
            <a:r>
              <a:t>→ evaluate SDD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606040"/>
            <a:ext cx="5257800" cy="91440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Very light / obvious story</a:t>
            </a:r>
            <a:br/>
            <a:r>
              <a:t>→ normal development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886200"/>
            <a:ext cx="5257800" cy="105156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If work finishes early, pull another Ready story from backlog — simulate normal sprint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5257800"/>
            <a:ext cx="5257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No need to wait artificial sprint dates for this small pilot.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3. What we actually executed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657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72C"/>
                </a:solidFill>
                <a:latin typeface="Aptos"/>
              </a:defRPr>
            </a:pPr>
            <a:r>
              <a:t>Create &amp; View Todos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15968" y="123444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11696" y="1234440"/>
            <a:ext cx="4937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Working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75688"/>
            <a:ext cx="365760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Complete a Todo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2075688"/>
            <a:ext cx="2240280" cy="65836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SDD-assisted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11696" y="2075688"/>
            <a:ext cx="493776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Lifecycle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16936"/>
            <a:ext cx="3657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Delete a Todo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916936"/>
            <a:ext cx="2240280" cy="65836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SDD-assisted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11696" y="2916936"/>
            <a:ext cx="4937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Lifecycle behavior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58184"/>
            <a:ext cx="365760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Improve UX &amp; Pagination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758184"/>
            <a:ext cx="2240280" cy="65836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SDD-assisted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1696" y="3758184"/>
            <a:ext cx="4937760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Broader UI / interaction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99432"/>
            <a:ext cx="3657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272C"/>
                </a:solidFill>
                <a:latin typeface="Aptos"/>
              </a:defRPr>
            </a:pPr>
            <a:r>
              <a:t>Replace action text with icons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4599432"/>
            <a:ext cx="2240280" cy="658368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Normal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11696" y="4599432"/>
            <a:ext cx="4937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272C"/>
                </a:solidFill>
                <a:latin typeface="Aptos"/>
              </a:defRPr>
            </a:pPr>
            <a:r>
              <a:t>Deliberately lightweight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5715000"/>
            <a:ext cx="96926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72C"/>
                </a:solidFill>
                <a:latin typeface="Aptos"/>
              </a:defRPr>
            </a:pPr>
            <a:r>
              <a:t>Key change in the pilot: story selection became part of the experiment — not every story automatically entered SDD.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4. Scenario A — SDD-assisted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One representative path from requirement to working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ADO</a:t>
            </a:r>
            <a:br/>
            <a:r>
              <a:t>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01952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Refine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2736" y="1417320"/>
            <a:ext cx="1417320" cy="84124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Specify /</a:t>
            </a:r>
            <a:br/>
            <a:r>
              <a:t>Clarify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Ready for</a:t>
            </a:r>
            <a:br/>
            <a:r>
              <a:t>Sprint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4304" y="1417320"/>
            <a:ext cx="1417320" cy="84124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Plan /</a:t>
            </a:r>
            <a:br/>
            <a:r>
              <a:t>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05088" y="1417320"/>
            <a:ext cx="1417320" cy="841248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05872" y="1417320"/>
            <a:ext cx="1417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72C"/>
                </a:solidFill>
                <a:latin typeface="Aptos"/>
              </a:defRPr>
            </a:pPr>
            <a:r>
              <a:t>Test / 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88920"/>
            <a:ext cx="3337560" cy="205740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72C"/>
                </a:solidFill>
                <a:latin typeface="Aptos"/>
              </a:defRPr>
            </a:pPr>
            <a:r>
              <a:t>Requirement ownership</a:t>
            </a:r>
            <a:br/>
            <a:br/>
            <a:r>
              <a:t>ADO remains authoritative.</a:t>
            </a:r>
            <a:br/>
            <a:r>
              <a:t>Clarification decisions that affect behavior are captured back in 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788920"/>
            <a:ext cx="3337560" cy="2057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72C"/>
                </a:solidFill>
                <a:latin typeface="Aptos"/>
              </a:defRPr>
            </a:pPr>
            <a:r>
              <a:t>SDD contribution</a:t>
            </a:r>
            <a:br/>
            <a:br/>
            <a:r>
              <a:t>Make WHAT/WHY explicit, surface ambiguity, then structure HOW through plan and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88920"/>
            <a:ext cx="3337560" cy="205740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72C"/>
                </a:solidFill>
                <a:latin typeface="Aptos"/>
              </a:defRPr>
            </a:pPr>
            <a:r>
              <a:t>Normal governance remains</a:t>
            </a:r>
            <a:br/>
            <a:br/>
            <a:r>
              <a:t>Developer judgment, testing, review and PR are still required.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5349240"/>
            <a:ext cx="9555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72C"/>
                </a:solidFill>
                <a:latin typeface="Aptos"/>
              </a:defRPr>
            </a:pPr>
            <a:r>
              <a:t>The useful evidence is the decision/clarification and its downstream implementation — not the number of generated 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5. The SDD work reached real implementation and PRs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Repository history provides traceability across refinement and implementation</a:t>
            </a:r>
          </a:p>
        </p:txBody>
      </p:sp>
      <p:pic>
        <p:nvPicPr>
          <p:cNvPr id="4" name="Picture 3" descr="_crop_image-1787833645889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6294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5440680"/>
            <a:ext cx="1920240" cy="347472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ACTUAL PR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463040"/>
            <a:ext cx="41605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Refinement PRs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2606040"/>
            <a:ext cx="4160520" cy="914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Complete + Delete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3749039"/>
            <a:ext cx="4160520" cy="91440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UX / Pagination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892040"/>
            <a:ext cx="4160520" cy="91440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Icon change through normal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6. Scenario B — deliberately kept lightweight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A small UI story did not go through the full SDD lifecycle</a:t>
            </a:r>
          </a:p>
        </p:txBody>
      </p:sp>
      <p:pic>
        <p:nvPicPr>
          <p:cNvPr id="4" name="Picture 3" descr="_crop_image-1787833661498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66928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5440680"/>
            <a:ext cx="2103120" cy="347472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WORKING TODO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17320"/>
            <a:ext cx="5074920" cy="86868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72C"/>
                </a:solidFill>
                <a:latin typeface="Aptos"/>
              </a:defRPr>
            </a:pPr>
            <a:r>
              <a:t>Story: replace action text with + / ✓ / × icons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60604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Requirement was clear and localized.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No meaningful new business rule, data model or API decision.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Normal path was sufficient: ADO → code → test → PR.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Running the full SDD lifecycle here would have added artifacts and review effort without equivalent reasoning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7. What did we observe?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Balanced pilot findings — value and overhead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440680" cy="566928"/>
          </a:xfrm>
          <a:prstGeom prst="roundRect">
            <a:avLst/>
          </a:prstGeom>
          <a:solidFill>
            <a:srgbClr val="347E54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Where SDD helped in this 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440680" cy="566928"/>
          </a:xfrm>
          <a:prstGeom prst="roundRect">
            <a:avLst/>
          </a:prstGeom>
          <a:solidFill>
            <a:srgbClr val="C67D31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Where the overhead became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Encouraged requirement thinking before coding.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Provided explicit refinement / planning artifacts.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Created clearer traceability from requirement to implementation.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Made human review of AI assumptions an explicit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14884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More prompts, artifacts and review steps.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A full flow is disproportionate for tiny, obvious changes.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Generated artifacts still need human validation.</a:t>
            </a:r>
          </a:p>
          <a:p>
            <a:pPr>
              <a:spcAft>
                <a:spcPts val="1000"/>
              </a:spcAft>
              <a:defRPr sz="1700">
                <a:solidFill>
                  <a:srgbClr val="23272C"/>
                </a:solidFill>
                <a:latin typeface="Aptos"/>
              </a:defRPr>
            </a:pPr>
            <a:r>
              <a:t>One spec per every small story is not automatically useful.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80"/>
            <a:ext cx="99669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72C"/>
                </a:solidFill>
                <a:latin typeface="Aptos"/>
              </a:defRPr>
            </a:pPr>
            <a:r>
              <a:t>Observation from Todo only: selective use appeared more practical than forcing the full SDD flow onto every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8. Pilot evidence — deck stands on its 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6F"/>
                </a:solidFill>
                <a:latin typeface="Aptos"/>
              </a:defRPr>
            </a:pPr>
            <a:r>
              <a:t>If a live demo is requested, the same evidence can be opened in ADO / repo /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743200" cy="118872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ADO</a:t>
            </a:r>
            <a:br/>
            <a:r>
              <a:t>User stories • refinement • sprint • tags/tasks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325880"/>
            <a:ext cx="2743200" cy="118872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Spec Kit</a:t>
            </a:r>
            <a:br/>
            <a:r>
              <a:t>Representative spec • clarification • plan/tasks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325880"/>
            <a:ext cx="2331720" cy="1188720"/>
          </a:xfrm>
          <a:prstGeom prst="roundRect">
            <a:avLst/>
          </a:prstGeom>
          <a:solidFill>
            <a:srgbClr val="F0F4F8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Git / PR</a:t>
            </a:r>
            <a:br/>
            <a:r>
              <a:t>Refinement + implementation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325880"/>
            <a:ext cx="2514600" cy="1188720"/>
          </a:xfrm>
          <a:prstGeom prst="roundRect">
            <a:avLst/>
          </a:prstGeom>
          <a:solidFill>
            <a:srgbClr val="FDF6ED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Working App</a:t>
            </a:r>
            <a:br/>
            <a:r>
              <a:t>Implemented behavior and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1143000"/>
          </a:xfrm>
          <a:prstGeom prst="roundRect">
            <a:avLst/>
          </a:prstGeom>
          <a:solidFill>
            <a:srgbClr val="142A44"/>
          </a:solidFill>
          <a:ln>
            <a:solidFill>
              <a:srgbClr val="14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Presentation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52628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No demo requested</a:t>
            </a:r>
            <a:br/>
            <a:r>
              <a:t>Use the embedded evidence and explain the journey.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526280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72C"/>
                </a:solidFill>
                <a:latin typeface="Aptos"/>
              </a:defRPr>
            </a:pPr>
            <a:r>
              <a:t>Demo requested</a:t>
            </a:r>
            <a:br/>
            <a:r>
              <a:t>Open ADO → one SDD artifact → PR → working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9. Pilot conclusion for architect / manager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325880"/>
          </a:xfrm>
          <a:prstGeom prst="roundRect">
            <a:avLst/>
          </a:prstGeom>
          <a:solidFill>
            <a:srgbClr val="EDF7F1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3272C"/>
                </a:solidFill>
                <a:latin typeface="Aptos"/>
              </a:defRPr>
            </a:pPr>
            <a:r>
              <a:t>The Todo experiment showed that SDD can be integrated into the existing ADO / Scrum flow, while the full lifecycle does not appear necessary for every type of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SDD-assisted stories gave us a structured requirement → clarification → plan → implementation trail.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The lightweight icon story demonstrated that normal development can remain the better fit for simple, obvious work.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These are pilot observations, not an organization-wide rule or framework decision.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  <a:latin typeface="Aptos"/>
              </a:defRPr>
            </a:pPr>
            <a:r>
              <a:t>The outcome being handed over is the executed journey, evidence, benefits, overhead and open questions for architect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4"/>
                </a:solidFill>
                <a:latin typeface="Aptos Display"/>
              </a:defRPr>
            </a:pPr>
            <a:r>
              <a:t>10. Close the 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10652760" cy="1965960"/>
          </a:xfrm>
          <a:prstGeom prst="roundRect">
            <a:avLst/>
          </a:prstGeom>
          <a:solidFill>
            <a:srgbClr val="F0F4F8"/>
          </a:solidFill>
          <a:ln>
            <a:solidFill>
              <a:srgbClr val="347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23272C"/>
                </a:solidFill>
                <a:latin typeface="Aptos"/>
              </a:defRPr>
            </a:pPr>
            <a:r>
              <a:t>“We simulated a normal sprint using ADO, applied Spec Kit to selected Todo stories, deliberately kept one lightweight story on the normal development path, and compared the experience. The result is a practical view of where the additional SDD structure helped and where it became unnecessary overhead.”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3886200"/>
            <a:ext cx="9921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E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What I am presenting: actual execution + evidence + 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892040"/>
            <a:ext cx="9921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6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72C"/>
                </a:solidFill>
                <a:latin typeface="Aptos"/>
              </a:defRPr>
            </a:pPr>
            <a:r>
              <a:t>What I am not claiming: a final organization-wide SDD/framework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56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