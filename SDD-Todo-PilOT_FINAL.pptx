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deck answers the question every Scrum team asks first — "we already have Scrum, ADO and Git; where does SDD fit?" Everything here is from the Todo pilot in EA-SDD-Experiment.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SDD is not a new process. It plugs into two places: refinement (clarify before commitment) and development (plan, implement, check alignment). Nothing else in the Scrum flow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flow the team runs today. Right is the same flow for a story the team chose for SDD — only the green steps are new, and they sit inside refinement and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Bijesh’s point from the review: once the process is defined, the tool can be swapped. Everything after this slide uses the generic activity names; Spec Kit commands appear only as the pilot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backlog from EA-SDD-Experiment. Five stories were tagged SDD-Candidate; "Replace Action Text with Icons" and "Misc" ran on the normal path in the same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Suitability is decided in refinement by the team in a minute, not by a gate. The icon story is the counter-example: same sprint, no SDD, and that was the right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happens before planning and is mostly BA/PO-led with the developer participating. Bottom row is the developer working through Spec Kit commands inside the sprint. QA/Review/PR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Bijesh’s ask for a concrete timeline: requirements identified ~Day −8, specs created and reviewed Day −6 to −4, AI artifacts generated at Day −6 (spec) and Day +1 (plan/tasks), developers consume the spec at sprint planning. Days are indicative for a 2-week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AC looked complete. Specify/Clarify exposed four behaviours that were not decided. Shashidhar recorded the answers as an ADO comment, so ADO stays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"AI exposes gaps, does not invent behaviour" lesson in action. The overdue boundary is a business rule; Spec Kit surfaced it, recommended an option, and the team routed it to the PO instead of letting the developer or the AI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when someone asks "what is in it for my role?" — the same four decisions land differently for each seat on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folder names come from the pilot repo (specs/001…004). Column 3 was not exercised in the pilot — it is a recommendation, and the slide labels it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+ Delete were implemented by two developers off one spec. Ownership and Git practice did not change; the spec was simply the shared baseline both started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classification questions: is it business behaviour or technical only? and is it a code conflict or a spec conflict? Each routes to a different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lessons, each tied to a specific story from the pilot rather than to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Bijesh asked that automated ADO integration be documented, not built. This shows the loop, the tracking fields, and the guardrails. The community extension is a pointer only — it is not reviewed, not official, and pushes in the opposite direction (spec → ADO) from our primary loop; teams should explore it, not adopt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indicative. Phase 0 items map directly to Bijesh’s asks #1 and #2; Phase 1 is the "pilot team who comes forward" from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real project teams should now validate and refine these practices on live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 •  TODO PILOT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SDD Fit in Scrum?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Scrum team perspective — practical guidance from the Todo pilot, based on what we observed rather than framework theory. The process is tool-agnostic; GitHub Spec Kit was the tool used in the pilot.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• GenAI Team • September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Mahantesh Pujar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0" y="123444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1234440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216712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167128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30998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3099816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03250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4032504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96519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4965192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Review / PR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5897880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where SDD adds value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Scrum. Where Does SDD Fit?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view from the Todo pilot — for teams that already work comfortably with ADO, Scrum, Git and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25496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25496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2352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79208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9208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6064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56064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Review / PR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03904" y="2560320"/>
            <a:ext cx="0" cy="274320"/>
          </a:xfrm>
          <a:prstGeom prst="line">
            <a:avLst/>
          </a:prstGeom>
          <a:noFill/>
          <a:ln w="19050">
            <a:solidFill>
              <a:srgbClr val="2F85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86584" y="283464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478024" y="2898648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 help here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78024" y="3218688"/>
            <a:ext cx="26517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behavior before commitment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57616" y="2560320"/>
            <a:ext cx="0" cy="274320"/>
          </a:xfrm>
          <a:prstGeom prst="line">
            <a:avLst/>
          </a:prstGeom>
          <a:noFill/>
          <a:ln w="19050">
            <a:solidFill>
              <a:srgbClr val="2F8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0296" y="283464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031736" y="2898648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 help here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31736" y="3218688"/>
            <a:ext cx="26517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implement and check alignment with the spec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stays.  ADO stays.  Git/PR stays.  BA/PO/QA roles stay.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</a:t>
            </a:r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replace Scrum with SDD?”</a:t>
            </a:r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</a:t>
            </a:r>
            <a:pPr algn="ctr" indent="0" marL="0">
              <a:buNone/>
            </a:pPr>
            <a:r>
              <a:rPr lang="en-US" sz="1400" b="1" i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can SDD reduce ambiguity and rework inside the Scrum process we already use?”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for My Team?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in the delivery process — SDD adds structured reasoning at selected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SDD-selected 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19456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User Story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65176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289864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89864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3558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360273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602736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0599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430682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306824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7640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5010912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Review / PR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148840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User Story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12280" y="2761488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2761488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+ define expected behavior / clarify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3191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12280" y="3374136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3374136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becomes ready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803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12280" y="3986784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986784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44165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12280" y="4599432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12280" y="4599432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plan / tasks / consistency check / implement / converge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5029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812280" y="5212080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5212080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Review / PR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SDD sprint.  No replacement for ADO.  No requirement to use the full SDD path for every story.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Tool-Agnostic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 a set of activities inside Scrum. GitHub Spec Kit is the tool the pilot used — another framework can slot into the same steps.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14630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activity (generic)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Kit reference used in the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expected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the story into scenarios, rules and edge cases; surface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/speckit.specify → spec.md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material ambiguity one question at a time; keep the rest as Outstanding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/speckit.clarify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questions resolved, ADO AC updated, spec synchronized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review + ADO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implementation approach for the 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/speckit.plan → plan.md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breakdown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work traceable to story phases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/speckit.tasks → tasks.md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↔ plan ↔ tasks aligned before 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/speckit.analyze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selected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code against intended behavior; remaining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/speckit.converge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quality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checklist where it adds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/speckit.checklist (optional)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rule:  </a:t>
            </a:r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adopt the activities, checkpoints and ADO rules in this deck. The tool behind each step — Spec Kit today, another SDD framework, Copilot custom prompts or in-house templates tomorrow — can change without changing the process.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Pilot: One Small Todo App, Two Delivery Paths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SDD fit into a normal ADO + Scrum flow, and when is the additional structure useful?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candidates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paths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39319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was deliberately small so the complete lifecycle could be simulated quickly.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remained the source for user stories, acceptance criteria, sprint and status.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was designed to include both an SDD-assisted path and a normal-development path.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SDD-Candidate marks the stories chosen for the SDD path — same sprint, same board.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68680"/>
                <a:gridCol w="731520"/>
                <a:gridCol w="10515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Expiration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 &amp; Overdue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Todo Action Text with Icons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Todo List UX &amp; Pagination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 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754880" y="4800600"/>
            <a:ext cx="6858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project EA-SDD-Experiment • iteration Sprint-1 • Value Area: Business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can contain stories that benefit from SDD and stories that do not.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SDD for Every Story? — No.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where structured reasoning adds value; keep simple work simple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830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SDD CANDIDATE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Todo List UX &amp; Pagination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16352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behavior scenarios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edge-case decisions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pagination interaction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QA implications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important decisions were made explicit before implementation.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DEVELOPMENT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Todo Action Text with Icons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full SDD?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16352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UI change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 already clear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reasoning value from a full feature specification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development is the proportionate path.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normal refinement, the team makes a lightweight suitability decision — not another approval workflow.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multiple scenarios? unresolved edge cases? behavior that crosses features? QA needs concrete cases?  → yes to any = SDD candidate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Actually Do on an SDD-Selected Story?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Scrum journey — who acts, when SDD helps, and when the developer consumes the refined specification. Generic activities; Spec Kit equivalents on the tool-mapping slide.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SPRINT PLANNING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requirement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03704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32304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05456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505456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story + assess SDD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05456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Dev + team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15968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behavior / Clarify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behavior + surface gaps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assists; team reviews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71032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99632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2784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72784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material questions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 / stakeholder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54696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83296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56448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Spec Ready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 + synchronize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readiness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966960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40112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040112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/ commit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040112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Scrum team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82219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822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SPRINT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plan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2203704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432304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505456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505456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traceable work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087368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315968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8912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4389120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↔ plan ↔ tasks before coding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971032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199632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72784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272784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story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083296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156448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156448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↔ code check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9738360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966960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40112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Review / PR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10040112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completion flow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consumes the reviewed/refined story + supporting spec after sprint commitment; unresolved material business questions should not be silently assumed.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SDD Journey on a Sprint Calendar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for a 2-week sprint — Day 0 = Sprint Planning. Matches section 3.3 of the Operating Guide; adjust to your team’s cadence.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15600" cy="0"/>
          </a:xfrm>
          <a:prstGeom prst="line">
            <a:avLst/>
          </a:prstGeom>
          <a:noFill/>
          <a:ln w="38100">
            <a:solidFill>
              <a:srgbClr val="D5DD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N−1  •  BEFORE PLANNING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3372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3372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  •  EXECUTION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identified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07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512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512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/ Clarify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59176" y="2185416"/>
            <a:ext cx="201168" cy="201168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96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5196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decision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433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038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-3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038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Ready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59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564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564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643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248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248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Tasks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695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300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+8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5300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2379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984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+10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6984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Demo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120640"/>
                <a:gridCol w="1325880"/>
                <a:gridCol w="1600200"/>
                <a:gridCol w="2240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 (Spec Kit reference in the pilot)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identified; ADO story written, tagged SDD-Candidate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/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refinement #1 — team assesses SDD suitability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+ Dev +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Suitability decision (lightweight)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 to −5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expected behavior + clarify (/speckit.specify, /speckit.clarify); Outstanding Questions posted to 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spec (spec.md)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+ BA (AI assists)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review; PO answers material business questions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clarifications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/ PO /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1 — business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acceptance criteria updated; spec synchronized; story marked 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AC + spec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2 — Definition of 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 — estimate and commit; developer receives refined story + spec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Scrum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commitment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to +2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plan → task breakdown → consistency check (/speckit.plan, .tasks, .analyze)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task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3 — technical plan review (lead)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to +8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Implement; converge intent ↔ code (/speckit.implement, .converge); gaps routed via change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(+ BA/PO if gap)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to +10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QA, code review, PR merge; sprint review / 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reviewers /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4 — PR 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548640" y="6163056"/>
            <a:ext cx="11064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activities begin roughly one sprint before planning, inside normal refinement. Four checkpoints — none of them new meetings.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 — Clarify Before Coding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US-904672 Improve Todo List UX &amp; Pagination: the define-behavior + clarify steps (Spec Kit in the pilot) surfaced four concrete decisions before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6002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ADO story &amp; acceptance criteria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47548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Todo user, I want the Todo list to be clear and easy to navigate, so that I can efficiently manage a larger number of Todo items.”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47548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layout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actions easy to identify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when items exceed page size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page / total pages or items visible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Previous/Next works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continues working with pagination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Pending/Completed visually distinct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Empty/error/validation states are clear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decisions captured back in 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2996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many Todo items should be shown on each page before pagination kicks in?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8716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 per page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85292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When a user completes or deletes the last remaining Todo on the current page, what should happen?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31012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show the previous page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67588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Should the list show the total number of pages, the total number of items, or both?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13308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page and total pages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449884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If a user requests a page number that doesn’t exist (beyond last page, page 0/negative), what should the product do?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95604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the nearest valid page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 → 10 items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042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6042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page → previous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→ page + total pages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8398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8398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page → clamp valid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 — Expose the Gap, Don’t Guess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US-904674 Due Date &amp; Overdue Tracking: a material business question was retained as an Outstanding Question rather than assumed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BA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64385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64385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64385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Question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35985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80130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8013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80130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visible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51730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95874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587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Business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95874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answer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67474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11619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1619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/ AC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11619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83219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27364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736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27364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synchronized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998964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243109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3109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43109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788920"/>
            <a:ext cx="576072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2788920"/>
            <a:ext cx="502920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7724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Questions — from the feature spec, posted to the ADO story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3246120"/>
            <a:ext cx="534924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Overdue boundary: 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Todo with a calendar due date become overdue — at the start of the next calendar day, at a specified time, or according to another business-calendar rule?  </a:t>
            </a:r>
            <a:pPr algn="l"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343400"/>
            <a:ext cx="53492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Overdue access: 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users view overdue Todos through an in-list filter, a separate overdue list, or both?  </a:t>
            </a:r>
            <a:pPr algn="l"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step — one question at a time, recorded in the spec (Spec Kit /speckit.clarify in the pilot)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218688"/>
            <a:ext cx="4617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Todo with a calendar due date become overdue?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3703320"/>
            <a:ext cx="4617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At the start of the calendar day after the due date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At a specific time on the due date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At the end of a defined working day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4663440"/>
            <a:ext cx="46177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recommended Option A as simplest and most predictable — the PO still owns the decision.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unanswered business question remains open until the appropriate stakeholder decides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Story. Five Perspectives.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US-904672 • four clarified decisions:  10 items/page  •  previous valid page after last-item removal  •  clamp invalid page  •  show current + total pages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0724" y="1920240"/>
            <a:ext cx="731520" cy="731520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2072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against explicit behavior instead of choosing pagination behavior by assumption.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59786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1870" y="1920240"/>
            <a:ext cx="731520" cy="7315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187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51226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96946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requirement gaps that were not explicit in the original story and gets them resolved during refinement.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70932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43016" y="1920240"/>
            <a:ext cx="731520" cy="7315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4301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62372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8092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concrete test scenarios: page 0, negative page, beyond-last page, and last-item removal.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82078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54162" y="1920240"/>
            <a:ext cx="731520" cy="73152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5416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73518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Business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19238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expected business behavior when a clarification requires an authoritative decision.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93224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465308" y="1920240"/>
            <a:ext cx="731520" cy="731520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6530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884664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Lead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930384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where SDD adds value: ambiguity is surfaced before implementation, not after coding starts.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story. Same clarification decisions. Different value for each Scrum role.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the Todo pilot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ADO Stories to SDD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rule second — derive the mapping from the work rather than prescribing a fixed relationship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PILOT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story → 1 feature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US-904672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 Todo List UX &amp; Pagination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specs/003-todo-list-ux-improvement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the default when the story represents one cohesive, independently understandable and testable capability.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9684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8284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8284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PILOT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58284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stories → 1 feature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58284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capability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58284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US-900332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 a Todo  +  </a:t>
            </a:r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US-900328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 a Todo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specs/002-todo-lifecycle-operations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58284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the stories form one coherent capability and are aligned to the same delivery window.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728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7830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• NOT OBSERVED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story → many features?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by forcing one broad story across several SDD features.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define-behavior / clarify reveals independently deliverable capabilities:  return to refinement  →  split the ADO story  →  create clearer feature boundaries.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Manager-ready rule:  </a:t>
            </a:r>
            <a:pPr algn="l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stories remain planning / assignment units; SDD features group behavior only when reasoning about it together adds value.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SDD: Ownership &amp; Branching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normal ADO and Git responsibilities; use the specification as a shared behavioral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06984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Lifecycle Operations   </a:t>
            </a:r>
            <a:pPr algn="l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→ Complete a Todo   •   Dev B → Delete a Todo   •   one shared feature / spec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514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Clear ownership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 → owned by the assigned developer.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spec → shared project artifact for the capability.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may maintain the spec, but BA / PO / business stakeholders remain the authority for business behavior.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Branching strategy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and Dev B continue using normal feature branches.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starts from the same reviewed / refined specification baseline.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PR, rebase, merge and code-review practices remain unchanged.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specification does not mean shared ownership of every task. ADO keeps individual assignment; the spec keeps both developers aligned on intended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SDD: Change &amp; Conflict Handling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parallel work exposes a gap, separate requirement change from normal Git conflict resolution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240280"/>
          </a:xfrm>
          <a:prstGeom prst="roundRect">
            <a:avLst>
              <a:gd name="adj" fmla="val 4898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Change management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finds a gap or change  →  classify the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BEHAVIOR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78808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8808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 decision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58968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0136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0136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ADO / AC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940296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41464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41464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shared spec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21624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22792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22792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tasks / tests / 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04120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0412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developers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32004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919472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19472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plan / design if needed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940296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141464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41464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developers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62288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363456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63456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Conflict mechanism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526280"/>
            <a:ext cx="51206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conflict — </a:t>
            </a:r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developers changed overlapping code.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 through normal Git merge / rebase / PR and review.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4526280"/>
            <a:ext cx="53035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/ spec conflict — </a:t>
            </a:r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interpret expected behavior differently.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 expected behavior with BA / PO or technical owner  →  update shared baseline  →  align implementations.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 </a:t>
            </a:r>
            <a:pPr algn="ctr" indent="0" marL="0">
              <a:buNone/>
            </a:pPr>
            <a:r>
              <a:rPr lang="en-US" sz="1300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conflict ≠ specification conflict. Resolve the behavior first when the disagreement is about what the system should do.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the Todo SDD Pilot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 for a Scrum team adopting SDD — based on what we observed, not framework theory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SDD selectively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22199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Icon-only UI change showed that a simple, localized story can stay on the normal development path.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before coding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22199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Pagination surfaced four behavioral decisions before implementation started.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383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05621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27355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expose gaps — not invent business behavior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7647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&amp; Overdue kept unresolved behavior as Outstanding Questions until the right stakeholder could decide.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3383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27355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ADO authoritative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77647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and Acceptance Criteria remain in the team’s existing system of record; the spec stays synchronized.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937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82803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feature does not mean one developer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33095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+ Delete can share capability context while ADO keeps separate story ownership and Git keeps normal collaboration.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7091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937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4828032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SDD into Scrum — don’t redesign Scrum around the tool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5330952"/>
            <a:ext cx="4389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SDD around refinement and development where it adds value; keep existing planning, QA, PR and governance.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Automating the ADO ↔ SDD Tool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now — documented so the end-to-end workflow is designed with automation in mind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 •  NOT IMPLEMENTED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11680"/>
            <a:ext cx="310896" cy="310896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 tagged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SDD-Candidate → service hook / webhook fires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2011680"/>
            <a:ext cx="310896" cy="310896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288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3288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REST API pulls title, description, AC, links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2011680"/>
            <a:ext cx="310896" cy="31089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0740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spec draft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tool’s specify step in a pipeline agent (Spec Kit via Copilot CLI today)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7220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2011680"/>
            <a:ext cx="310896" cy="31089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8192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4768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on a feature branch, linked to the work item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4672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2011680"/>
            <a:ext cx="310896" cy="310896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5644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2220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questions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15644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Questions → ADO comments; PO answers in ADO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73836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2124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30968" y="2011680"/>
            <a:ext cx="310896" cy="310896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3096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39672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track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03096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↔ spec sync; Spec Status field updated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6118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36118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22960" y="3675888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 ADO (proposed fields)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4005072"/>
            <a:ext cx="48463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Link — URL to the feature spec in the repo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Status — Draft → Clarifying → Ready → Implemented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count — surfaced from spec clarifications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— FR-xxx ids referenced in tasks, tests and PR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3675888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to keep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92240" y="4005072"/>
            <a:ext cx="48463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stays authoritative — automation drafts, humans decide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always route to a PO/BA; never auto-answered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spec lands as a PR for review, never merged unattended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Tool-specific: with Spec Kit use Copilot Ask mode — Agent mode bypasses its governance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" y="55321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EXPLORING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2468880" y="5422392"/>
            <a:ext cx="90525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ADO extension for Spec Kit already exists — </a:t>
            </a:r>
            <a:pPr algn="l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github.com/pragya247/spec-kit-azure-devops (MIT). It syncs user stories and tasks from spec.md / tasks.md into ADO work items (Azure CLI auth, optional hook after task generation). Direction is spec → ADO, so it covers steps 4–6 above; steps 1–3 (ADO → spec) would still need building. Evaluate in Phase 2 — not endorsed yet.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for Adoption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projects, success criteria, onboarding and an indicative timeline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SEP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• Prepare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&amp; Satish review vs. existing team approach — gaps, overlaps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document + short demo video of the Todo pilot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templates for the chosen tool + suitability checklist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3105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5985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985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(1 sprint)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985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First real pilot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35985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team, 2–3 SDD-Candidate stories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 pairs with the team through refinement and sprint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metrics and friction points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7570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0450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045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DEC (2–3 sprints)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4045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• Expand &amp; refine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40450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teams, including one multi-developer feature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mapping rule, timeline and change-management flow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ADO tracking fields; confirm the tool choice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2034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914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914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44914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• Publish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44914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guidance for broader adoption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self-onboard; SPOC office hours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ADO ↔ SDD tool automation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4343400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4434840"/>
            <a:ext cx="62179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(measured per SDD story)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800600"/>
            <a:ext cx="6217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business questions surfaced before coding (target ≥ 1 per SDD story, 0 assumed by dev/AI)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acceptance criteria updated for 100% of SDD stories before sprint commitment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/ reworked stories lower than the team’s normal-path baseline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→ Ready cycle stays within one refinement window; team rates the overhead as proportionate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approach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800600"/>
            <a:ext cx="38404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walkthrough using this deck + demo video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doc with the Day −8 → Day +10 timeline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 embedded for the first sprint, then office hours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keep their own Scrum ceremonies unchanged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CONCLUSION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 most useful as a selective reasoning layer inside the Scrum process we already follow.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 real team and 2–3 SDD-Candidate stories for the first pilot sprint in October.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and Satish to compare this approach with the existing team practice and flag gaps and overlaps.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document and short demo video follow this deck — use them to onboard, keep your Scrum ceremonies as they are.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Reach out to the EA GenAI team — Mahantesh Pujar (SDD / Spec Kit SPOC)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Does SDD Fit in Scrum? — Spec Kit Todo Pilot</dc:title>
  <dc:subject>PptxGenJS Presentation</dc:subject>
  <dc:creator>Mahantesh Pujar</dc:creator>
  <cp:lastModifiedBy>Mahantesh Pujar</cp:lastModifiedBy>
  <cp:revision>1</cp:revision>
  <dcterms:created xsi:type="dcterms:W3CDTF">2026-09-06T09:58:47Z</dcterms:created>
  <dcterms:modified xsi:type="dcterms:W3CDTF">2026-09-06T09:58:47Z</dcterms:modified>
</cp:coreProperties>
</file>