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C2A4F"/>
          </a:solidFill>
          <a:ln>
            <a:solidFill>
              <a:srgbClr val="0C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89C22A"/>
          </a:solidFill>
          <a:ln>
            <a:solidFill>
              <a:srgbClr val="89C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92024"/>
            <a:ext cx="11247120" cy="49377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Azure DevOps + Spec Kit — Connecting Stories to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DEEAF2"/>
                </a:solidFill>
              </a:defRPr>
            </a:pPr>
            <a:r>
              <a:t>A practical automation explored in our Todo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0744"/>
            <a:ext cx="10698480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C2A4F"/>
                </a:solidFill>
              </a:defRPr>
            </a:pPr>
            <a:r>
              <a:t>What we tried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3429000" cy="1316736"/>
          </a:xfrm>
          <a:prstGeom prst="roundRect">
            <a:avLst/>
          </a:prstGeom>
          <a:solidFill>
            <a:srgbClr val="F6F9FB"/>
          </a:solidFill>
          <a:ln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82296" cy="1316736"/>
          </a:xfrm>
          <a:prstGeom prst="rect">
            <a:avLst/>
          </a:prstGeom>
          <a:solidFill>
            <a:srgbClr val="89C22A"/>
          </a:solidFill>
          <a:ln>
            <a:solidFill>
              <a:srgbClr val="89C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48256"/>
            <a:ext cx="347472" cy="39319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35B94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2651760" cy="40233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C2A4F"/>
                </a:solidFill>
              </a:defRPr>
            </a:pPr>
            <a:r>
              <a:t>Azure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32888"/>
            <a:ext cx="2633472" cy="35661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B6C7A"/>
                </a:solidFill>
              </a:defRPr>
            </a:pPr>
            <a:r>
              <a:t>Existing user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2295144"/>
            <a:ext cx="411480" cy="40233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235B94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1901952"/>
            <a:ext cx="3429000" cy="1316736"/>
          </a:xfrm>
          <a:prstGeom prst="roundRect">
            <a:avLst/>
          </a:prstGeom>
          <a:solidFill>
            <a:srgbClr val="F6F9FB"/>
          </a:solidFill>
          <a:ln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81144" y="1901952"/>
            <a:ext cx="82296" cy="1316736"/>
          </a:xfrm>
          <a:prstGeom prst="rect">
            <a:avLst/>
          </a:prstGeom>
          <a:solidFill>
            <a:srgbClr val="235B94"/>
          </a:solidFill>
          <a:ln>
            <a:solidFill>
              <a:srgbClr val="23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2048256"/>
            <a:ext cx="347472" cy="39319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35B94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011680"/>
            <a:ext cx="2651760" cy="40233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C2A4F"/>
                </a:solidFill>
              </a:defRPr>
            </a:pPr>
            <a:r>
              <a:t>Automated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532888"/>
            <a:ext cx="2633472" cy="35661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B6C7A"/>
                </a:solidFill>
              </a:defRPr>
            </a:pPr>
            <a:r>
              <a:t>Azure CLI + custom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3" y="2295144"/>
            <a:ext cx="411480" cy="40233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235B94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901952"/>
            <a:ext cx="3429000" cy="1316736"/>
          </a:xfrm>
          <a:prstGeom prst="roundRect">
            <a:avLst/>
          </a:prstGeom>
          <a:solidFill>
            <a:srgbClr val="F6F9FB"/>
          </a:solidFill>
          <a:ln>
            <a:solidFill>
              <a:srgbClr val="DA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1901952"/>
            <a:ext cx="82296" cy="1316736"/>
          </a:xfrm>
          <a:prstGeom prst="rect">
            <a:avLst/>
          </a:prstGeom>
          <a:solidFill>
            <a:srgbClr val="89C22A"/>
          </a:solidFill>
          <a:ln>
            <a:solidFill>
              <a:srgbClr val="89C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048256"/>
            <a:ext cx="347472" cy="39319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35B94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011680"/>
            <a:ext cx="2651760" cy="40233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C2A4F"/>
                </a:solidFill>
              </a:defRPr>
            </a:pPr>
            <a:r>
              <a:t>Spec 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532888"/>
            <a:ext cx="2633472" cy="35661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B6C7A"/>
                </a:solidFill>
              </a:defRPr>
            </a:pPr>
            <a:r>
              <a:t>Structured development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502152"/>
            <a:ext cx="5623560" cy="32918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C2A4F"/>
                </a:solidFill>
              </a:defRPr>
            </a:pPr>
            <a:r>
              <a:t>Validated in the Todo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986784"/>
            <a:ext cx="283464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8851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986784"/>
            <a:ext cx="10378440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33648"/>
                </a:solidFill>
              </a:defRPr>
            </a:pPr>
            <a:r>
              <a:t>Imported existing ADO user stories into local Spec Kit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89704"/>
            <a:ext cx="283464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8851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489704"/>
            <a:ext cx="10378440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33648"/>
                </a:solidFill>
              </a:defRPr>
            </a:pPr>
            <a:r>
              <a:t>Supported importing multiple user stories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992624"/>
            <a:ext cx="283464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8851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992624"/>
            <a:ext cx="10378440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33648"/>
                </a:solidFill>
              </a:defRPr>
            </a:pPr>
            <a:r>
              <a:t>Recorded clarification feedback in ADO discussions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41264"/>
            <a:ext cx="10908792" cy="502920"/>
          </a:xfrm>
          <a:prstGeom prst="roundRect">
            <a:avLst/>
          </a:prstGeom>
          <a:solidFill>
            <a:srgbClr val="EBF4E8"/>
          </a:solidFill>
          <a:ln>
            <a:solidFill>
              <a:srgbClr val="DCE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5650992"/>
            <a:ext cx="1056132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33648"/>
                </a:solidFill>
              </a:defRPr>
            </a:pPr>
            <a:r>
              <a:t>Future options: publish specifications, create ADO tasks and expand synchronization as needed.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6217920"/>
            <a:ext cx="10908792" cy="393192"/>
          </a:xfrm>
          <a:prstGeom prst="roundRect">
            <a:avLst/>
          </a:prstGeom>
          <a:solidFill>
            <a:srgbClr val="0C2A4F"/>
          </a:solidFill>
          <a:ln>
            <a:solidFill>
              <a:srgbClr val="0C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6281928"/>
            <a:ext cx="1060704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Takeaway: Reuse existing ADO stories without manually recreating requirements in Spec Kit.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