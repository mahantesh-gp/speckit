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2F4B"/>
                </a:solidFill>
                <a:latin typeface="Aptos"/>
              </a:rPr>
              <a:t>How One SDD Story Helps the Whole Scrum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774"/>
                </a:solidFill>
                <a:latin typeface="Aptos"/>
              </a:rPr>
              <a:t>US-904672 • Improve Todo List UX &amp; Pagination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53312"/>
            <a:ext cx="10881360" cy="713232"/>
          </a:xfrm>
          <a:prstGeom prst="roundRect">
            <a:avLst/>
          </a:prstGeom>
          <a:solidFill>
            <a:srgbClr val="EBF4EF"/>
          </a:solidFill>
          <a:ln>
            <a:solidFill>
              <a:srgbClr val="C7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904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B7A52"/>
                </a:solidFill>
                <a:latin typeface="Aptos"/>
              </a:rPr>
              <a:t>ONE STORY • FOUR CLARIFIED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72184"/>
            <a:ext cx="7406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F4B"/>
                </a:solidFill>
                <a:latin typeface="Aptos"/>
              </a:rPr>
              <a:t>10 items/page  •  previous valid page after last-item removal  •  clamp invalid page  •  show current + total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359152"/>
            <a:ext cx="2121408" cy="30632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2523744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7A52"/>
                </a:solidFill>
                <a:latin typeface="Aptos"/>
              </a:rPr>
              <a:t>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017520"/>
            <a:ext cx="171907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A31"/>
                </a:solidFill>
                <a:latin typeface="Aptos"/>
              </a:rPr>
              <a:t>Codes against explicit behavior instead of choosing pagination behavior by assumption.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359152"/>
            <a:ext cx="2121408" cy="30632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2656" y="2523744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7A1"/>
                </a:solidFill>
                <a:latin typeface="Aptos"/>
              </a:rPr>
              <a:t>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3017520"/>
            <a:ext cx="171907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A31"/>
                </a:solidFill>
                <a:latin typeface="Aptos"/>
              </a:rPr>
              <a:t>Sees requirement gaps that were not explicit in the original story and gets them resolved during refinement.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359152"/>
            <a:ext cx="2121408" cy="30632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8655" y="2523744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7A1"/>
                </a:solidFill>
                <a:latin typeface="Aptos"/>
              </a:rPr>
              <a:t>QA / Tester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5" y="3017520"/>
            <a:ext cx="171907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A31"/>
                </a:solidFill>
                <a:latin typeface="Aptos"/>
              </a:rPr>
              <a:t>Gets concrete test scenarios: page 0, negative page, beyond-last page, and last-item removal.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3488" y="2359152"/>
            <a:ext cx="2121408" cy="30632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34656" y="2523744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67A1"/>
                </a:solidFill>
                <a:latin typeface="Aptos"/>
              </a:rPr>
              <a:t>PO / 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3017520"/>
            <a:ext cx="171907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A31"/>
                </a:solidFill>
                <a:latin typeface="Aptos"/>
              </a:rPr>
              <a:t>Confirms expected business behavior when a clarification requires an authoritative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2359152"/>
            <a:ext cx="2121408" cy="30632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0656" y="2523744"/>
            <a:ext cx="17190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7A52"/>
                </a:solidFill>
                <a:latin typeface="Aptos"/>
              </a:rPr>
              <a:t>Manager /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3017520"/>
            <a:ext cx="171907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232A31"/>
                </a:solidFill>
                <a:latin typeface="Aptos"/>
              </a:rPr>
              <a:t>Sees where SDD adds value: ambiguity is surfaced before implementation, not after coding starts.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42432"/>
            <a:ext cx="10378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2F4B"/>
                </a:solidFill>
                <a:latin typeface="Aptos"/>
              </a:rPr>
              <a:t>One story. Same clarification decisions. Different value for each Scrum role.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62453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B7A52"/>
                </a:solidFill>
                <a:latin typeface="Aptos"/>
              </a:rPr>
              <a:t>Observed in the Todo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Mahantesh Pujar</dc:creator>
  <cp:keywords/>
  <dc:description>generated using python-pptx</dc:description>
  <cp:lastModifiedBy>Mahantesh Pujar</cp:lastModifiedBy>
  <cp:revision>1</cp:revision>
  <dcterms:created xsi:type="dcterms:W3CDTF">2013-01-27T09:14:16Z</dcterms:created>
  <dcterms:modified xsi:type="dcterms:W3CDTF">2026-09-04T13:55:29Z</dcterms:modified>
  <cp:category/>
</cp:coreProperties>
</file>