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078992"/>
          </a:xfrm>
          <a:prstGeom prst="rect">
            <a:avLst/>
          </a:prstGeom>
          <a:solidFill>
            <a:srgbClr val="2C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BMAD | Agent Definitions and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740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2E1EF"/>
                </a:solidFill>
              </a:defRPr>
            </a:pPr>
            <a:r>
              <a:t>Actual VS Code installation  •  Example: Product Manager (PM)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3474720" cy="1444752"/>
          </a:xfrm>
          <a:prstGeom prst="roundRect">
            <a:avLst/>
          </a:prstGeom>
          <a:solidFill>
            <a:srgbClr val="EC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32552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689B"/>
                </a:solidFill>
              </a:defRPr>
            </a:pPr>
            <a:r>
              <a:t>1   BMAD project folders</a:t>
            </a:r>
          </a:p>
        </p:txBody>
      </p:sp>
      <p:pic>
        <p:nvPicPr>
          <p:cNvPr id="8" name="Picture 7" descr="bmad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673351"/>
            <a:ext cx="3255264" cy="960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2880360"/>
            <a:ext cx="3474720" cy="3154680"/>
          </a:xfrm>
          <a:prstGeom prst="roundRect">
            <a:avLst/>
          </a:prstGeom>
          <a:solidFill>
            <a:srgbClr val="EC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962656"/>
            <a:ext cx="32552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689B"/>
                </a:solidFill>
              </a:defRPr>
            </a:pPr>
            <a:r>
              <a:t>2   Agent definition → skill reference</a:t>
            </a:r>
          </a:p>
        </p:txBody>
      </p:sp>
      <p:pic>
        <p:nvPicPr>
          <p:cNvPr id="11" name="Picture 10" descr="bmad_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273552"/>
            <a:ext cx="3255264" cy="26334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77639" y="1280160"/>
            <a:ext cx="7863840" cy="4754880"/>
          </a:xfrm>
          <a:prstGeom prst="roundRect">
            <a:avLst/>
          </a:prstGeom>
          <a:solidFill>
            <a:srgbClr val="EC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362456"/>
            <a:ext cx="76443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689B"/>
                </a:solidFill>
              </a:defRPr>
            </a:pPr>
            <a:r>
              <a:t>3   Sample skill: bmad-agent-pm / SKILL.md</a:t>
            </a:r>
          </a:p>
        </p:txBody>
      </p:sp>
      <p:pic>
        <p:nvPicPr>
          <p:cNvPr id="14" name="Picture 13" descr="bmad_sk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673351"/>
            <a:ext cx="7644383" cy="42245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20040" y="6153912"/>
            <a:ext cx="11521440" cy="457200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62453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2745"/>
                </a:solidFill>
              </a:defRPr>
            </a:pPr>
            <a:r>
              <a:t>How it works: Copilot selects a BMAD agent definition → loads its referenced skill → follows the role-specific instructions.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D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078992"/>
          </a:xfrm>
          <a:prstGeom prst="rect">
            <a:avLst/>
          </a:prstGeom>
          <a:solidFill>
            <a:srgbClr val="2C8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0116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GitHub Spec Kit | Skills and Workflow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740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2E1EF"/>
                </a:solidFill>
              </a:defRPr>
            </a:pPr>
            <a:r>
              <a:t>Actual Todo pilot setup  •  Example: Specify skill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3474720" cy="1188720"/>
          </a:xfrm>
          <a:prstGeom prst="roundRect">
            <a:avLst/>
          </a:prstGeom>
          <a:solidFill>
            <a:srgbClr val="EC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32552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689B"/>
                </a:solidFill>
              </a:defRPr>
            </a:pPr>
            <a:r>
              <a:t>1   Project folders: .github + .specify</a:t>
            </a:r>
          </a:p>
        </p:txBody>
      </p:sp>
      <p:pic>
        <p:nvPicPr>
          <p:cNvPr id="8" name="Picture 7" descr="specki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673351"/>
            <a:ext cx="3255264" cy="6675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2633472"/>
            <a:ext cx="3474720" cy="3401568"/>
          </a:xfrm>
          <a:prstGeom prst="roundRect">
            <a:avLst/>
          </a:prstGeom>
          <a:solidFill>
            <a:srgbClr val="EC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715768"/>
            <a:ext cx="32552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689B"/>
                </a:solidFill>
              </a:defRPr>
            </a:pPr>
            <a:r>
              <a:t>2   Workflow skills + supporting files</a:t>
            </a:r>
          </a:p>
        </p:txBody>
      </p:sp>
      <p:pic>
        <p:nvPicPr>
          <p:cNvPr id="11" name="Picture 10" descr="speckit_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026664"/>
            <a:ext cx="3255264" cy="2880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77639" y="1280160"/>
            <a:ext cx="7863840" cy="4754880"/>
          </a:xfrm>
          <a:prstGeom prst="roundRect">
            <a:avLst/>
          </a:prstGeom>
          <a:solidFill>
            <a:srgbClr val="EC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362456"/>
            <a:ext cx="76443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689B"/>
                </a:solidFill>
              </a:defRPr>
            </a:pPr>
            <a:r>
              <a:t>3   Sample skill: speckit-specify / SKILL.md</a:t>
            </a:r>
          </a:p>
        </p:txBody>
      </p:sp>
      <p:pic>
        <p:nvPicPr>
          <p:cNvPr id="14" name="Picture 13" descr="speckit_sk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673351"/>
            <a:ext cx="7644383" cy="42245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20040" y="6153912"/>
            <a:ext cx="11521440" cy="457200"/>
          </a:xfrm>
          <a:prstGeom prst="round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62453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2745"/>
                </a:solidFill>
              </a:defRPr>
            </a:pPr>
            <a:r>
              <a:t>How it works: Copilot follows a selected Spec Kit skill to produce and refine structured development artifacts.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