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B2541"/>
          </a:solidFill>
          <a:ln>
            <a:solidFill>
              <a:srgbClr val="0B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0584" cy="1188720"/>
          </a:xfrm>
          <a:prstGeom prst="roundRect">
            <a:avLst/>
          </a:prstGeom>
          <a:solidFill>
            <a:srgbClr val="5CAE53"/>
          </a:solidFill>
          <a:ln>
            <a:solidFill>
              <a:srgbClr val="5CA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Inside GitHub Spec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95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6E5EE"/>
                </a:solidFill>
                <a:latin typeface="Aptos"/>
              </a:defRPr>
            </a:pPr>
            <a:r>
              <a:t>What is installed behind the Spec Kit commands in the developer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898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541"/>
                </a:solidFill>
                <a:latin typeface="Aptos"/>
              </a:defRPr>
            </a:pPr>
            <a:r>
              <a:t>01  VS CODE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3898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541"/>
                </a:solidFill>
                <a:latin typeface="Aptos"/>
              </a:defRPr>
            </a:pPr>
            <a:r>
              <a:t>02  SAMPLE INSTRUCTION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19656"/>
            <a:ext cx="5504688" cy="3246120"/>
          </a:xfrm>
          <a:prstGeom prst="roundRect">
            <a:avLst/>
          </a:prstGeom>
          <a:solidFill>
            <a:srgbClr val="F4F8FB"/>
          </a:solidFill>
          <a:ln>
            <a:solidFill>
              <a:srgbClr val="BE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1819656"/>
            <a:ext cx="5504688" cy="3246120"/>
          </a:xfrm>
          <a:prstGeom prst="roundRect">
            <a:avLst/>
          </a:prstGeom>
          <a:solidFill>
            <a:srgbClr val="F4F8FB"/>
          </a:solidFill>
          <a:ln>
            <a:solidFill>
              <a:srgbClr val="BE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39112"/>
            <a:ext cx="5065776" cy="2084831"/>
          </a:xfrm>
          <a:prstGeom prst="roundRect">
            <a:avLst/>
          </a:prstGeom>
          <a:solidFill>
            <a:srgbClr val="E3EAF0"/>
          </a:solidFill>
          <a:ln>
            <a:solidFill>
              <a:srgbClr val="AAB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0720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96775"/>
                </a:solidFill>
                <a:latin typeface="Aptos"/>
              </a:defRPr>
            </a:pPr>
            <a:r>
              <a:t>INSERT VS CODE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2039112"/>
            <a:ext cx="5065776" cy="2084831"/>
          </a:xfrm>
          <a:prstGeom prst="roundRect">
            <a:avLst/>
          </a:prstGeom>
          <a:solidFill>
            <a:srgbClr val="E3EAF0"/>
          </a:solidFill>
          <a:ln>
            <a:solidFill>
              <a:srgbClr val="AAB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0720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96775"/>
                </a:solidFill>
                <a:latin typeface="Aptos"/>
              </a:defRPr>
            </a:pPr>
            <a:r>
              <a:t>INSERT VS CODE SCREENSHOT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7024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96775"/>
                </a:solidFill>
                <a:latin typeface="Aptos"/>
              </a:defRPr>
            </a:pPr>
            <a:r>
              <a:t>Expand the actual Spec Kit command / skill folders. Show the Specify, Plan and Tasks entries that are present in your installation.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27024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96775"/>
                </a:solidFill>
                <a:latin typeface="Aptos"/>
              </a:defRPr>
            </a:pPr>
            <a:r>
              <a:t>Open one actual Specify or Plan instruction file. Capture the name and key instructions (not an invented folder layout).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5266944"/>
            <a:ext cx="11320272" cy="877824"/>
          </a:xfrm>
          <a:prstGeom prst="roundRect">
            <a:avLst/>
          </a:prstGeom>
          <a:solidFill>
            <a:srgbClr val="E9F3EB"/>
          </a:solidFill>
          <a:ln>
            <a:solidFill>
              <a:srgbClr val="E9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4315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B2541"/>
                </a:solidFill>
                <a:latin typeface="Aptos"/>
              </a:defRPr>
            </a:pPr>
            <a:r>
              <a:t>Key message: Spec Kit guides AI-assisted work through structured development activities and produces reviewable specifications, plans and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775"/>
                </a:solidFill>
                <a:latin typeface="Aptos"/>
              </a:defRPr>
            </a:pPr>
            <a:r>
              <a:t>EA SDD Experiments  •  Manager walkthrough  •  Screenshots to be inserted from actual installation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B2541"/>
          </a:solidFill>
          <a:ln>
            <a:solidFill>
              <a:srgbClr val="0B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0584" cy="1188720"/>
          </a:xfrm>
          <a:prstGeom prst="roundRect">
            <a:avLst/>
          </a:prstGeom>
          <a:solidFill>
            <a:srgbClr val="5CAE53"/>
          </a:solidFill>
          <a:ln>
            <a:solidFill>
              <a:srgbClr val="5CA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Inside BMAD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795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6E5EE"/>
                </a:solidFill>
                <a:latin typeface="Aptos"/>
              </a:defRPr>
            </a:pPr>
            <a:r>
              <a:t>How specialized BMAD roles are exposed to the AI coding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898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541"/>
                </a:solidFill>
                <a:latin typeface="Aptos"/>
              </a:defRPr>
            </a:pPr>
            <a:r>
              <a:t>01  VS CODE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3898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2541"/>
                </a:solidFill>
                <a:latin typeface="Aptos"/>
              </a:defRPr>
            </a:pPr>
            <a:r>
              <a:t>02  SAMPLE INSTRUCTION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19656"/>
            <a:ext cx="5504688" cy="3246120"/>
          </a:xfrm>
          <a:prstGeom prst="roundRect">
            <a:avLst/>
          </a:prstGeom>
          <a:solidFill>
            <a:srgbClr val="F4F8FB"/>
          </a:solidFill>
          <a:ln>
            <a:solidFill>
              <a:srgbClr val="BE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4496" y="1819656"/>
            <a:ext cx="5504688" cy="3246120"/>
          </a:xfrm>
          <a:prstGeom prst="roundRect">
            <a:avLst/>
          </a:prstGeom>
          <a:solidFill>
            <a:srgbClr val="F4F8FB"/>
          </a:solidFill>
          <a:ln>
            <a:solidFill>
              <a:srgbClr val="BE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39112"/>
            <a:ext cx="5065776" cy="2084831"/>
          </a:xfrm>
          <a:prstGeom prst="roundRect">
            <a:avLst/>
          </a:prstGeom>
          <a:solidFill>
            <a:srgbClr val="E3EAF0"/>
          </a:solidFill>
          <a:ln>
            <a:solidFill>
              <a:srgbClr val="AAB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0720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96775"/>
                </a:solidFill>
                <a:latin typeface="Aptos"/>
              </a:defRPr>
            </a:pPr>
            <a:r>
              <a:t>INSERT VS CODE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2039112"/>
            <a:ext cx="5065776" cy="2084831"/>
          </a:xfrm>
          <a:prstGeom prst="roundRect">
            <a:avLst/>
          </a:prstGeom>
          <a:solidFill>
            <a:srgbClr val="E3EAF0"/>
          </a:solidFill>
          <a:ln>
            <a:solidFill>
              <a:srgbClr val="AAB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0720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96775"/>
                </a:solidFill>
                <a:latin typeface="Aptos"/>
              </a:defRPr>
            </a:pPr>
            <a:r>
              <a:t>INSERT VS CODE SCREENSHOT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7024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96775"/>
                </a:solidFill>
                <a:latin typeface="Aptos"/>
              </a:defRPr>
            </a:pPr>
            <a:r>
              <a:t>Expand .github/agents and .agents/skills to show the installed PM, Architect and Developer role entries.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27024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96775"/>
                </a:solidFill>
                <a:latin typeface="Aptos"/>
              </a:defRPr>
            </a:pPr>
            <a:r>
              <a:t>Show bmad-agent-pm/SKILL.md (John — Product Manager), or its .agent.md entry point referencing the skill.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5266944"/>
            <a:ext cx="11320272" cy="877824"/>
          </a:xfrm>
          <a:prstGeom prst="roundRect">
            <a:avLst/>
          </a:prstGeom>
          <a:solidFill>
            <a:srgbClr val="E9F3EB"/>
          </a:solidFill>
          <a:ln>
            <a:solidFill>
              <a:srgbClr val="E9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4315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B2541"/>
                </a:solidFill>
                <a:latin typeface="Aptos"/>
              </a:defRPr>
            </a:pPr>
            <a:r>
              <a:t>Key message: In this installation, BMAD agent definitions point to role-specific skills; the selected AI model follows those loaded instructions.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775"/>
                </a:solidFill>
                <a:latin typeface="Aptos"/>
              </a:defRPr>
            </a:pPr>
            <a:r>
              <a:t>EA SDD Experiments  •  Manager walkthrough  •  Screenshots to be inserted from actual installation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