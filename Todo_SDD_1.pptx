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Spec Kit SDD — Todo Pilot</a:t>
            </a:r>
          </a:p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From refinement to sprint delivery: what we executed and what we observed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Pilot review • September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343400"/>
            <a:ext cx="10469880" cy="914400"/>
          </a:xfrm>
          <a:prstGeom prst="roundRect">
            <a:avLst/>
          </a:prstGeom>
          <a:solidFill>
            <a:srgbClr val="1F3B5B"/>
          </a:solidFill>
          <a:ln>
            <a:solidFill>
              <a:srgbClr val="64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Focus: the actual journey and evidence — not a Spec Kit command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1. What did we want to validate?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105156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23272C"/>
                </a:solidFill>
                <a:latin typeface="Aptos"/>
              </a:defRPr>
            </a:pPr>
            <a:r>
              <a:t>How does SDD fit into a normal ADO + Scrum flow, and when is the additional structure useful?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Todo was deliberately small so the complete lifecycle could be simulated quickly.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ADO remained the source for user stories, acceptance criteria, sprint and status.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The experiment was designed to include both an SDD-assisted path and a normal-development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5440680"/>
            <a:ext cx="9144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Pilot question: “What changes when we use SDD — and where does it become unnecessary ceremony?”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2. We simulated a realistic sprint — not an “SDD sprint”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A sprint can contain stories that benefit from SDD and stories that do not</a:t>
            </a:r>
          </a:p>
        </p:txBody>
      </p:sp>
      <p:pic>
        <p:nvPicPr>
          <p:cNvPr id="4" name="Picture 3" descr="_crop_image-1787737533764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074920"/>
            <a:ext cx="205740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 ADO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Medium / meaningful story</a:t>
            </a:r>
            <a:br/>
            <a:r>
              <a:t>→ evaluate SDD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606040"/>
            <a:ext cx="5257800" cy="91440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Very light / obvious story</a:t>
            </a:r>
            <a:br/>
            <a:r>
              <a:t>→ normal development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886200"/>
            <a:ext cx="5257800" cy="105156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If work finishes early, pull another Ready story from backlog — simulate normal sprint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25780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No need to wait artificial sprint dates for this small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3. What we actually executed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72C"/>
                </a:solidFill>
                <a:latin typeface="Aptos"/>
              </a:defRPr>
            </a:pPr>
            <a:r>
              <a:t>Create &amp; View Todos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5968" y="123444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Initial SDD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11696" y="1234440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Working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75688"/>
            <a:ext cx="365760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Complete a 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2075688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11696" y="2075688"/>
            <a:ext cx="493776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Lifecycle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16936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Delete a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916936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1696" y="2916936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Lifecycle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58184"/>
            <a:ext cx="365760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Improve UX &amp; Pagination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758184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1696" y="3758184"/>
            <a:ext cx="493776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Broader UI /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99432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Replace action text with icons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4599432"/>
            <a:ext cx="2240280" cy="658368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Normal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1696" y="4599432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Deliberately lightweight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715000"/>
            <a:ext cx="96926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Key change in the pilot: story selection became part of the experiment — not every story automatically entered SDD.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4. Scenario A — SDD-assisted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One representative path from requirement to working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1952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2736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Specify /</a:t>
            </a:r>
            <a:br/>
            <a:r>
              <a:t>Clarify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Ready for</a:t>
            </a:r>
            <a:br/>
            <a:r>
              <a:t>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4304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Plan /</a:t>
            </a:r>
            <a:br/>
            <a:r>
              <a:t>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5088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05872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Test /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3337560" cy="2057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Requirement ownership</a:t>
            </a:r>
            <a:br/>
            <a:br/>
            <a:r>
              <a:t>ADO remains authoritative.</a:t>
            </a:r>
            <a:br/>
            <a:r>
              <a:t>Clarification decisions that affect behavior are captured back in 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788920"/>
            <a:ext cx="3337560" cy="2057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SDD contribution</a:t>
            </a:r>
            <a:br/>
            <a:br/>
            <a:r>
              <a:t>Make WHAT/WHY explicit, surface ambiguity, then structure HOW through plan and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88920"/>
            <a:ext cx="3337560" cy="2057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Normal governance remains</a:t>
            </a:r>
            <a:br/>
            <a:br/>
            <a:r>
              <a:t>Developer judgment, testing, review and PR are still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349240"/>
            <a:ext cx="9555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The useful evidence is the decision/clarification and its downstream implementation — not the number of generated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5. The SDD work reached real implementation and PRs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Repository history provides traceability across refinement and implementation</a:t>
            </a:r>
          </a:p>
        </p:txBody>
      </p:sp>
      <p:pic>
        <p:nvPicPr>
          <p:cNvPr id="4" name="Picture 3" descr="_crop_image-1787833645889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6294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440680"/>
            <a:ext cx="192024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 PR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463040"/>
            <a:ext cx="41605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Refinement PRs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606040"/>
            <a:ext cx="416052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Complete + Delete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749039"/>
            <a:ext cx="416052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UX / Pagination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892040"/>
            <a:ext cx="4160520" cy="91440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Icon change through normal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6. Scenario B — deliberately kept lightweight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A small UI story did not go through the full SDD lifecycle</a:t>
            </a:r>
          </a:p>
        </p:txBody>
      </p:sp>
      <p:pic>
        <p:nvPicPr>
          <p:cNvPr id="4" name="Picture 3" descr="_crop_image-1787833661498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66928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440680"/>
            <a:ext cx="210312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WORKING TODO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074920" cy="86868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Story: replace action text with + / ✓ / ×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6060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Requirement was clear and localized.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No meaningful new business rule, data model or API decision.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Normal path was sufficient: ADO → code → test → PR.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Running the full SDD lifecycle here would have added artifacts and review effort without equivalent reasoning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7. What did we observe?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Balanced pilot findings — value and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566928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Where SDD helped in this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440680" cy="566928"/>
          </a:xfrm>
          <a:prstGeom prst="roundRect">
            <a:avLst/>
          </a:prstGeom>
          <a:solidFill>
            <a:srgbClr val="C67D31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Where the overhead became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Encouraged requirement thinking before coding.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Provided explicit refinement / planning artifacts.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Created clearer traceability from requirement to implementation.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Made human review of AI assumptions an explicit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488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More prompts, artifacts and review steps.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A full flow is disproportionate for tiny, obvious changes.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Generated artifacts still need human validation.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One spec per every small story is not automatically useful.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80"/>
            <a:ext cx="9966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Observation from Todo only: selective use appeared more practical than forcing the full SDD flow onto every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8. Review feedback — what we addressed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If a live demo is requested, the same evidence can be opened in ADO / repo /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User stories • refinement • sprint • tags/tasks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25880"/>
            <a:ext cx="2743200" cy="118872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Spec Kit</a:t>
            </a:r>
            <a:br/>
            <a:r>
              <a:t>Representative spec • clarification • plan/tasks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233172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Git / PR</a:t>
            </a:r>
            <a:br/>
            <a:r>
              <a:t>Refinement + implementation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325880"/>
            <a:ext cx="2514600" cy="118872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Working App</a:t>
            </a:r>
            <a:br/>
            <a:r>
              <a:t>Implemented behavior and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143000"/>
          </a:xfrm>
          <a:prstGeom prst="roundRect">
            <a:avLst/>
          </a:prstGeom>
          <a:solidFill>
            <a:srgbClr val="142A44"/>
          </a:solidFill>
          <a:ln>
            <a:solidFill>
              <a:srgbClr val="14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Operating-model questions after the initial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5262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End-to-end flow / timelineWhen does SDD start, who resolves questions, and when is a story ready?</a:t>
            </a:r>
            <a:br/>
            <a: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262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Multi-developer + US ↔ Feature modelHow do shared specs, parallel developers and story mapping work?</a:t>
            </a:r>
            <a:br/>
            <a: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9. Pilot conclusion for architect / manager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32588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3272C"/>
                </a:solidFill>
                <a:latin typeface="Aptos"/>
              </a:defRPr>
            </a:pPr>
            <a:r>
              <a:t>The Todo experiment showed that SDD can be integrated into the existing ADO / Scrum flow, while the full lifecycle does not appear necessary for every type of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SDD-assisted stories gave us a structured requirement → clarification → plan → implementation trail.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 lightweight icon story demonstrated that normal development can remain the better fit for simple, obvious work.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These are pilot observations, not an organization-wide rule or framework decision.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 outcome being handed over is the executed journey, evidence, benefits, overhead and open questions for architect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10. Close the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10652760" cy="1965960"/>
          </a:xfrm>
          <a:prstGeom prst="roundRect">
            <a:avLst/>
          </a:prstGeom>
          <a:solidFill>
            <a:srgbClr val="F0F4F8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3272C"/>
                </a:solidFill>
                <a:latin typeface="Aptos"/>
              </a:defRPr>
            </a:pPr>
            <a:r>
              <a:t>“We simulated a normal sprint using ADO, applied Spec Kit to selected Todo stories, deliberately kept one lightweight story on the normal development path, and compared the experience. The result is a practical view of where the additional SDD structure helped and where it became unnecessary overhead.”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3886200"/>
            <a:ext cx="9921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What I am presenting: actual execution + evidence +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892040"/>
            <a:ext cx="9921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What I am not claiming: a final organization-wide SDD/framework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From Pilot Execution to a Reusable Team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Continuation of the initial Todo SDD pilot — incorporating manager and Mani/Satish review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Initial pilot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30083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• SDD can fit inside the existing ADO/Scrum flow</a:t>
            </a:r>
            <a:br/>
            <a:br/>
            <a:r>
              <a:t>• Clarification surfaced missing behavior before coding</a:t>
            </a:r>
            <a:br/>
            <a:br/>
            <a:r>
              <a:t>• Selective SDD was more practical than applying the full lifecycle to every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375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Review asked us to strengthen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039112"/>
            <a:ext cx="30083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• End-to-end flow and timing before Sprint Planning</a:t>
            </a:r>
            <a:br/>
            <a:br/>
            <a:r>
              <a:t>• Multi-developer ownership and change handling</a:t>
            </a:r>
            <a:br/>
            <a:br/>
            <a:r>
              <a:t>• ADO User Story ↔ specification/feature relationship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3375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Operating model 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39112"/>
            <a:ext cx="30083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• Readiness + async clarification</a:t>
            </a:r>
            <a:br/>
            <a:br/>
            <a:r>
              <a:t>• Multi-developer model</a:t>
            </a:r>
            <a:br/>
            <a:br/>
            <a:r>
              <a:t>• US ↔ Feature mapping</a:t>
            </a:r>
            <a:br/>
            <a:br/>
            <a:r>
              <a:t>• Framework-neutral guidance</a:t>
            </a:r>
            <a:br/>
            <a:br/>
            <a:r>
              <a:t>• Controlled real-project adoption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504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2D4A"/>
                </a:solidFill>
                <a:latin typeface="Aptos"/>
              </a:rPr>
              <a:t>The continuation focuses on the operating model needed before real-project validation — not on adding more Spec Kit commands.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End-to-End SDD Operating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Indicative timing only — the real-project pilot will validate the exact cadence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T-7 to T-5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3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Refine &amp; assess</a:t>
            </a:r>
            <a:br/>
            <a:br/>
            <a:r>
              <a:t>ADO story • AC • SDD suitability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3704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0864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T-5 to T-3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Specify &amp; clarify</a:t>
            </a:r>
            <a:br/>
            <a:br/>
            <a:r>
              <a:t>Surface ambiguity; retain unanswered business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6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T-3 to T-1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Resolve &amp; ready</a:t>
            </a:r>
            <a:br/>
            <a:br/>
            <a:r>
              <a:t>Stakeholder decision → ADO/AC → spec →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T0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Sprint Planning</a:t>
            </a:r>
            <a:br/>
            <a:br/>
            <a:r>
              <a:t>Estimate/confirm and commit ready story + supporting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During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Execute</a:t>
            </a:r>
            <a:br/>
            <a:br/>
            <a:r>
              <a:t>Plan → Tasks → Analyze → Implement → Converge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788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8672" y="1572768"/>
            <a:ext cx="1755648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13264" y="17007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103120"/>
            <a:ext cx="1426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Verify</a:t>
            </a:r>
            <a:br/>
            <a:br/>
            <a:r>
              <a:t>Test → Review → PR → normal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30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D4A"/>
                </a:solidFill>
                <a:latin typeface="Aptos"/>
              </a:rPr>
              <a:t>Readiness guardrail: material unresolved business questions remain open; AI must not invent the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Asynchronous Clarification: Keep the Question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Key refinement from the Mani/Satish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Dev + 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Ambiguity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5376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spec.md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Outstanding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4176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ADO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Question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4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PO /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Authoritative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22592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ADO / 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Decision recorded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Decision synchronized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8163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78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51008" y="1828800"/>
            <a:ext cx="1481328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1956816"/>
            <a:ext cx="1152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359152"/>
            <a:ext cx="11521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Proceed when resolved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2D4A"/>
                </a:solidFill>
                <a:latin typeface="Aptos"/>
              </a:rPr>
              <a:t>AI identifies and phrases the gap. Business decisions remain with the appropriate BA / PO / stakeholder.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949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B6978"/>
                </a:solidFill>
                <a:latin typeface="Aptos"/>
              </a:rPr>
              <a:t>If Spec Kit already retains a skipped clarification under Outstanding Questions in spec.md, a separate question file is unnecessary.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Multi-Developer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Shared specification does not replace normal ADO assignment, Git branches or PR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A. Independent stories /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47672"/>
            <a:ext cx="309981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Dev A → Feature A branch</a:t>
            </a:r>
            <a:br/>
            <a:r>
              <a:t>Dev B → Feature B branch</a:t>
            </a:r>
            <a:br/>
            <a:br/>
            <a:r>
              <a:t>Each developer works from the reviewed baseline and follows the appropriate SDD development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545336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B. Related stories / shared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947672"/>
            <a:ext cx="309981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One coherent capability may contain US1 / US2.</a:t>
            </a:r>
            <a:br/>
            <a:br/>
            <a:r>
              <a:t>ADO still assigns stories to developers. Shared foundational work is coordinated before parallel story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4290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545336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C. Different features / overlapping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947672"/>
            <a:ext cx="309981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Normal Git/PR/rebase/conflict practices remain.</a:t>
            </a:r>
            <a:br/>
            <a:br/>
            <a:r>
              <a:t>A physical merge conflict is different from a semantic/specification conflict.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Business-behavior change: clarify → authoritative decision → update ADO/spec → notify impacted developers → update only impacted artifacts.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ADO User Story ↔ Spec Kit Feature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ADO stays the backlog/sprint tracking unit; the feature groups behavior that benefits from being reasoned about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33756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1 US → 1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39112"/>
            <a:ext cx="300837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Preferred default for a cohesive SDD-selected story that is independently understandable, implementable and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3756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Multiple US → 1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039112"/>
            <a:ext cx="300837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Allowed when there is real capability cohesion, shared reasoning value and sprint/delivery alignment.</a:t>
            </a:r>
            <a:br/>
            <a:br/>
            <a:r>
              <a:t>Example: Complete + Delete → Todo Lifecycle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33756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636776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1 US → Multiple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039112"/>
            <a:ext cx="300837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Not the normal starting point. If clarification exposes independently valuable capabilities, return to refinement and consider splitting the ADO story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85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82D4A"/>
                </a:solidFill>
                <a:latin typeface="Aptos"/>
              </a:rPr>
              <a:t>Small / localized story → no SDD feature is also a valid outcome.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Standardize the Operating Model — Not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Spec Kit is the current reference implementation; the higher-level team process remains framework-independent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4612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3677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Layer 1 — Existing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039112"/>
            <a:ext cx="291693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ADO</a:t>
            </a:r>
            <a:br/>
            <a:r>
              <a:t>Scrum ceremonies</a:t>
            </a:r>
            <a:br/>
            <a:r>
              <a:t>BA / PO / Dev / QA</a:t>
            </a:r>
            <a:br/>
            <a:r>
              <a:t>Git / PR</a:t>
            </a:r>
            <a:br/>
            <a:br/>
            <a:r>
              <a:t>These remain the delivery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24612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3677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Layer 2 — Generic SDD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039112"/>
            <a:ext cx="291693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Define behavior</a:t>
            </a:r>
            <a:br/>
            <a:r>
              <a:t>Clarify ambiguity</a:t>
            </a:r>
            <a:br/>
            <a:r>
              <a:t>Technical design</a:t>
            </a:r>
            <a:br/>
            <a:r>
              <a:t>Implementation breakdown</a:t>
            </a:r>
            <a:br/>
            <a:r>
              <a:t>Consistency validation</a:t>
            </a:r>
            <a:br/>
            <a:r>
              <a:t>Implementation</a:t>
            </a:r>
            <a:br/>
            <a:r>
              <a:t>Alignment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246120" cy="352044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3677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Layer 3 — Current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39112"/>
            <a:ext cx="291693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Spec Kit today</a:t>
            </a:r>
            <a:br/>
            <a:br/>
            <a:r>
              <a:t>/specify</a:t>
            </a:r>
            <a:br/>
            <a:r>
              <a:t>/clarify</a:t>
            </a:r>
            <a:br/>
            <a:r>
              <a:t>/plan</a:t>
            </a:r>
            <a:br/>
            <a:r>
              <a:t>/tasks</a:t>
            </a:r>
            <a:br/>
            <a:r>
              <a:t>/analyze</a:t>
            </a:r>
            <a:br/>
            <a:r>
              <a:t>/implement</a:t>
            </a:r>
            <a:br/>
            <a:r>
              <a:t>/converge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9496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D4A"/>
                </a:solidFill>
                <a:latin typeface="Aptos"/>
              </a:rPr>
              <a:t>Principle: standardize outcomes, responsibilities and checkpoints — not command names.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Recommended Next Step: Controlled Real-Project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Validate the operating model inside normal project sprints before recommending broader adoption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30759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Select a small number of pilot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344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Existing ADO/Scrum • willing participants • suitable upcoming stories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6771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945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Select stories during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9456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Use SDD where ambiguity, rules, dependencies, impact or risk justify it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2783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Run normal mixed sprints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5468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Keep SDD-selected and normal-development stories in the same sprint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8795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148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Capture lightweight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1148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Clarifications • AC changes • rework • effort • alignment • team experience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148072"/>
            <a:ext cx="438912" cy="438912"/>
          </a:xfrm>
          <a:prstGeom prst="ellipse">
            <a:avLst/>
          </a:prstGeom>
          <a:solidFill>
            <a:srgbClr val="2E69A6"/>
          </a:solidFill>
          <a:ln>
            <a:solidFill>
              <a:srgbClr val="2E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D4A"/>
                </a:solidFill>
                <a:latin typeface="Aptos"/>
              </a:rPr>
              <a:t>Refine the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749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42A"/>
                </a:solidFill>
                <a:latin typeface="Aptos"/>
              </a:rPr>
              <a:t>Use real-project findings before any broader adoption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2D4A"/>
                </a:solidFill>
                <a:latin typeface="Aptos"/>
              </a:rPr>
              <a:t>Success does not mean every story uses SDD. The pilot should identify where SDD adds value and where it adds unnecessary overhead.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D4A"/>
                </a:solidFill>
                <a:latin typeface="Aptos"/>
              </a:rP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978"/>
                </a:solidFill>
                <a:latin typeface="Aptos"/>
              </a:rPr>
              <a:t>The initial pilot has evolved into a reusable operating-model baseline; real-project validation is the next evidence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4533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53"/>
                </a:solidFill>
                <a:latin typeface="Aptos"/>
              </a:rPr>
              <a:t>Refined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94767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✓ End-to-end flow / readiness</a:t>
            </a:r>
            <a:br/>
            <a:r>
              <a:t>✓ Async stakeholder clarification</a:t>
            </a:r>
            <a:br/>
            <a:r>
              <a:t>✓ Multi-developer model</a:t>
            </a:r>
            <a:br/>
            <a:r>
              <a:t>✓ US ↔ Feature mapping</a:t>
            </a:r>
            <a:br/>
            <a:r>
              <a:t>✓ Framework-neutral operating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54533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9A6"/>
                </a:solidFill>
                <a:latin typeface="Aptos"/>
              </a:rPr>
              <a:t>Reusable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94767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SDD Operating Guide</a:t>
            </a:r>
            <a:br/>
            <a:r>
              <a:t>Todo worked example</a:t>
            </a:r>
            <a:br/>
            <a:r>
              <a:t>One-page quick reference</a:t>
            </a:r>
            <a:br/>
            <a:r>
              <a:t>10–15 minute walkthrough video</a:t>
            </a:r>
            <a:br/>
            <a:br/>
            <a:r>
              <a:t>Pilot guidance pending real-project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2461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545336"/>
            <a:ext cx="2916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Next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94767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242A"/>
                </a:solidFill>
                <a:latin typeface="Aptos"/>
              </a:rPr>
              <a:t>Selected real project teams</a:t>
            </a:r>
            <a:br/>
            <a:r>
              <a:t>Normal mixed sprints</a:t>
            </a:r>
            <a:br/>
            <a:r>
              <a:t>Lightweight evidence</a:t>
            </a:r>
            <a:br/>
            <a:r>
              <a:t>Feedback + refinement</a:t>
            </a:r>
            <a:br/>
            <a:br/>
            <a:r>
              <a:t>ADO automation is intentionally deferred.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4068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D4A"/>
                </a:solidFill>
                <a:latin typeface="Aptos"/>
              </a:rPr>
              <a:t>Current recommendation: introduce SDD selectively with minimum change to the existing ADO/Scrum delivery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Todo SDD Pilot • Manager Review Continuation •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